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etrona Bold" charset="1" panose="00000000000000000000"/>
      <p:regular r:id="rId20"/>
    </p:embeddedFont>
    <p:embeddedFont>
      <p:font typeface="Inter" charset="1" panose="02000503000000020004"/>
      <p:regular r:id="rId21"/>
    </p:embeddedFont>
    <p:embeddedFont>
      <p:font typeface="Inter Bold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032692"/>
            <a:ext cx="7442749" cy="97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StudyBuddy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388223"/>
            <a:ext cx="9445523" cy="261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2"/>
              </a:lnSpc>
            </a:pPr>
            <a:r>
              <a:rPr lang="en-US" sz="806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An iOS Study Tracker App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342907"/>
            <a:ext cx="9445523" cy="8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Built with </a:t>
            </a: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SwiftUI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SwiftData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- one app to organize, track, and improve your study habits.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7664348"/>
            <a:ext cx="1494387" cy="532809"/>
            <a:chOff x="0" y="0"/>
            <a:chExt cx="1992516" cy="7104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2503" cy="710438"/>
            </a:xfrm>
            <a:custGeom>
              <a:avLst/>
              <a:gdLst/>
              <a:ahLst/>
              <a:cxnLst/>
              <a:rect r="r" b="b" t="t" l="l"/>
              <a:pathLst>
                <a:path h="710438" w="1992503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865503" y="0"/>
                  </a:lnTo>
                  <a:cubicBezTo>
                    <a:pt x="1935607" y="0"/>
                    <a:pt x="1992503" y="56896"/>
                    <a:pt x="1992503" y="127000"/>
                  </a:cubicBezTo>
                  <a:lnTo>
                    <a:pt x="1992503" y="583438"/>
                  </a:lnTo>
                  <a:cubicBezTo>
                    <a:pt x="1992503" y="653542"/>
                    <a:pt x="1935607" y="710438"/>
                    <a:pt x="1865503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162345" y="7817348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10"/>
                </a:lnTo>
                <a:lnTo>
                  <a:pt x="0" y="2268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414" r="0" b="-1041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02569" y="7673130"/>
            <a:ext cx="813940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IOS 17+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623547" y="7650061"/>
            <a:ext cx="1815255" cy="561384"/>
            <a:chOff x="0" y="0"/>
            <a:chExt cx="2420341" cy="7485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20366" cy="748538"/>
            </a:xfrm>
            <a:custGeom>
              <a:avLst/>
              <a:gdLst/>
              <a:ahLst/>
              <a:cxnLst/>
              <a:rect r="r" b="b" t="t" l="l"/>
              <a:pathLst>
                <a:path h="748538" w="2420366">
                  <a:moveTo>
                    <a:pt x="0" y="133350"/>
                  </a:moveTo>
                  <a:cubicBezTo>
                    <a:pt x="0" y="59690"/>
                    <a:pt x="60452" y="0"/>
                    <a:pt x="134874" y="0"/>
                  </a:cubicBezTo>
                  <a:lnTo>
                    <a:pt x="2285492" y="0"/>
                  </a:lnTo>
                  <a:lnTo>
                    <a:pt x="2285492" y="6350"/>
                  </a:lnTo>
                  <a:lnTo>
                    <a:pt x="2285492" y="0"/>
                  </a:lnTo>
                  <a:cubicBezTo>
                    <a:pt x="2359914" y="0"/>
                    <a:pt x="2420366" y="59690"/>
                    <a:pt x="2420366" y="133350"/>
                  </a:cubicBezTo>
                  <a:lnTo>
                    <a:pt x="2414016" y="133350"/>
                  </a:lnTo>
                  <a:lnTo>
                    <a:pt x="2420366" y="133350"/>
                  </a:lnTo>
                  <a:lnTo>
                    <a:pt x="2420366" y="615188"/>
                  </a:lnTo>
                  <a:lnTo>
                    <a:pt x="2414016" y="615188"/>
                  </a:lnTo>
                  <a:lnTo>
                    <a:pt x="2420366" y="615188"/>
                  </a:lnTo>
                  <a:cubicBezTo>
                    <a:pt x="2420366" y="688975"/>
                    <a:pt x="2359914" y="748538"/>
                    <a:pt x="2285492" y="748538"/>
                  </a:cubicBezTo>
                  <a:lnTo>
                    <a:pt x="2285492" y="742188"/>
                  </a:lnTo>
                  <a:lnTo>
                    <a:pt x="2285492" y="748538"/>
                  </a:lnTo>
                  <a:lnTo>
                    <a:pt x="134874" y="748538"/>
                  </a:lnTo>
                  <a:lnTo>
                    <a:pt x="134874" y="742188"/>
                  </a:lnTo>
                  <a:lnTo>
                    <a:pt x="134874" y="748538"/>
                  </a:lnTo>
                  <a:cubicBezTo>
                    <a:pt x="60452" y="748538"/>
                    <a:pt x="0" y="688848"/>
                    <a:pt x="0" y="615188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615188"/>
                  </a:lnTo>
                  <a:lnTo>
                    <a:pt x="6350" y="615188"/>
                  </a:lnTo>
                  <a:lnTo>
                    <a:pt x="12700" y="615188"/>
                  </a:lnTo>
                  <a:cubicBezTo>
                    <a:pt x="12700" y="681736"/>
                    <a:pt x="67310" y="735838"/>
                    <a:pt x="134874" y="735838"/>
                  </a:cubicBezTo>
                  <a:lnTo>
                    <a:pt x="2285492" y="735838"/>
                  </a:lnTo>
                  <a:cubicBezTo>
                    <a:pt x="2353056" y="735838"/>
                    <a:pt x="2407666" y="681736"/>
                    <a:pt x="2407666" y="615188"/>
                  </a:cubicBezTo>
                  <a:lnTo>
                    <a:pt x="2407666" y="133350"/>
                  </a:lnTo>
                  <a:cubicBezTo>
                    <a:pt x="2407666" y="66802"/>
                    <a:pt x="2353056" y="12700"/>
                    <a:pt x="2285492" y="12700"/>
                  </a:cubicBezTo>
                  <a:lnTo>
                    <a:pt x="134874" y="12700"/>
                  </a:lnTo>
                  <a:lnTo>
                    <a:pt x="134874" y="6350"/>
                  </a:lnTo>
                  <a:lnTo>
                    <a:pt x="134874" y="12700"/>
                  </a:lnTo>
                  <a:cubicBezTo>
                    <a:pt x="67310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2807941" y="7817348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10"/>
                </a:lnTo>
                <a:lnTo>
                  <a:pt x="0" y="2268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6668" t="0" r="-16668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148165" y="7673130"/>
            <a:ext cx="1106243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SWIFT 5.9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570962" y="7650061"/>
            <a:ext cx="1995192" cy="561384"/>
            <a:chOff x="0" y="0"/>
            <a:chExt cx="2660256" cy="7485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60269" cy="748538"/>
            </a:xfrm>
            <a:custGeom>
              <a:avLst/>
              <a:gdLst/>
              <a:ahLst/>
              <a:cxnLst/>
              <a:rect r="r" b="b" t="t" l="l"/>
              <a:pathLst>
                <a:path h="748538" w="2660269">
                  <a:moveTo>
                    <a:pt x="0" y="133350"/>
                  </a:moveTo>
                  <a:cubicBezTo>
                    <a:pt x="0" y="59690"/>
                    <a:pt x="60452" y="0"/>
                    <a:pt x="135001" y="0"/>
                  </a:cubicBezTo>
                  <a:lnTo>
                    <a:pt x="2525268" y="0"/>
                  </a:lnTo>
                  <a:lnTo>
                    <a:pt x="2525268" y="6350"/>
                  </a:lnTo>
                  <a:lnTo>
                    <a:pt x="2525268" y="0"/>
                  </a:lnTo>
                  <a:cubicBezTo>
                    <a:pt x="2599690" y="0"/>
                    <a:pt x="2660269" y="59690"/>
                    <a:pt x="2660269" y="133350"/>
                  </a:cubicBezTo>
                  <a:lnTo>
                    <a:pt x="2653919" y="133350"/>
                  </a:lnTo>
                  <a:lnTo>
                    <a:pt x="2660269" y="133350"/>
                  </a:lnTo>
                  <a:lnTo>
                    <a:pt x="2660269" y="615188"/>
                  </a:lnTo>
                  <a:lnTo>
                    <a:pt x="2653919" y="615188"/>
                  </a:lnTo>
                  <a:lnTo>
                    <a:pt x="2660269" y="615188"/>
                  </a:lnTo>
                  <a:cubicBezTo>
                    <a:pt x="2660269" y="688975"/>
                    <a:pt x="2599817" y="748538"/>
                    <a:pt x="2525268" y="748538"/>
                  </a:cubicBezTo>
                  <a:lnTo>
                    <a:pt x="2525268" y="742188"/>
                  </a:lnTo>
                  <a:lnTo>
                    <a:pt x="2525268" y="748538"/>
                  </a:lnTo>
                  <a:lnTo>
                    <a:pt x="135001" y="748538"/>
                  </a:lnTo>
                  <a:lnTo>
                    <a:pt x="135001" y="742188"/>
                  </a:lnTo>
                  <a:lnTo>
                    <a:pt x="135001" y="748538"/>
                  </a:lnTo>
                  <a:cubicBezTo>
                    <a:pt x="60452" y="748538"/>
                    <a:pt x="0" y="688848"/>
                    <a:pt x="0" y="615188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615188"/>
                  </a:lnTo>
                  <a:lnTo>
                    <a:pt x="6350" y="615188"/>
                  </a:lnTo>
                  <a:lnTo>
                    <a:pt x="12700" y="615188"/>
                  </a:lnTo>
                  <a:cubicBezTo>
                    <a:pt x="12700" y="681736"/>
                    <a:pt x="67310" y="735838"/>
                    <a:pt x="135001" y="735838"/>
                  </a:cubicBezTo>
                  <a:lnTo>
                    <a:pt x="2525268" y="735838"/>
                  </a:lnTo>
                  <a:cubicBezTo>
                    <a:pt x="2592832" y="735838"/>
                    <a:pt x="2647569" y="681736"/>
                    <a:pt x="2647569" y="615188"/>
                  </a:cubicBezTo>
                  <a:lnTo>
                    <a:pt x="2647569" y="133350"/>
                  </a:lnTo>
                  <a:cubicBezTo>
                    <a:pt x="2647569" y="66802"/>
                    <a:pt x="2592959" y="12700"/>
                    <a:pt x="2525268" y="12700"/>
                  </a:cubicBezTo>
                  <a:lnTo>
                    <a:pt x="135001" y="12700"/>
                  </a:lnTo>
                  <a:lnTo>
                    <a:pt x="135001" y="6350"/>
                  </a:lnTo>
                  <a:lnTo>
                    <a:pt x="135001" y="12700"/>
                  </a:lnTo>
                  <a:cubicBezTo>
                    <a:pt x="67310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4755356" y="7817348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10"/>
                </a:lnTo>
                <a:lnTo>
                  <a:pt x="0" y="2268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8331" r="0" b="-833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095580" y="7673130"/>
            <a:ext cx="1286170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SWIFTDATA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913209"/>
            <a:ext cx="9288361" cy="97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The Problem Students Face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45476" y="2311603"/>
            <a:ext cx="4590459" cy="2610745"/>
            <a:chOff x="0" y="0"/>
            <a:chExt cx="6120613" cy="34809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6107938" cy="3468243"/>
            </a:xfrm>
            <a:custGeom>
              <a:avLst/>
              <a:gdLst/>
              <a:ahLst/>
              <a:cxnLst/>
              <a:rect r="r" b="b" t="t" l="l"/>
              <a:pathLst>
                <a:path h="3468243" w="6107938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8934" y="0"/>
                  </a:lnTo>
                  <a:cubicBezTo>
                    <a:pt x="6036818" y="0"/>
                    <a:pt x="6107938" y="71120"/>
                    <a:pt x="6107938" y="158750"/>
                  </a:cubicBezTo>
                  <a:lnTo>
                    <a:pt x="6107938" y="3309493"/>
                  </a:lnTo>
                  <a:cubicBezTo>
                    <a:pt x="6107938" y="3397123"/>
                    <a:pt x="6036691" y="3468243"/>
                    <a:pt x="5948934" y="3468243"/>
                  </a:cubicBezTo>
                  <a:lnTo>
                    <a:pt x="159004" y="3468243"/>
                  </a:lnTo>
                  <a:cubicBezTo>
                    <a:pt x="71247" y="3468243"/>
                    <a:pt x="0" y="3397250"/>
                    <a:pt x="0" y="3309493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20638" cy="3480943"/>
            </a:xfrm>
            <a:custGeom>
              <a:avLst/>
              <a:gdLst/>
              <a:ahLst/>
              <a:cxnLst/>
              <a:rect r="r" b="b" t="t" l="l"/>
              <a:pathLst>
                <a:path h="3480943" w="612063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284" y="0"/>
                  </a:lnTo>
                  <a:lnTo>
                    <a:pt x="5955284" y="6350"/>
                  </a:lnTo>
                  <a:lnTo>
                    <a:pt x="5955284" y="0"/>
                  </a:lnTo>
                  <a:cubicBezTo>
                    <a:pt x="6046597" y="0"/>
                    <a:pt x="6120638" y="73914"/>
                    <a:pt x="6120638" y="165100"/>
                  </a:cubicBezTo>
                  <a:lnTo>
                    <a:pt x="6114288" y="165100"/>
                  </a:lnTo>
                  <a:lnTo>
                    <a:pt x="6120638" y="165100"/>
                  </a:lnTo>
                  <a:lnTo>
                    <a:pt x="6120638" y="3315843"/>
                  </a:lnTo>
                  <a:lnTo>
                    <a:pt x="6114288" y="3315843"/>
                  </a:lnTo>
                  <a:lnTo>
                    <a:pt x="6120638" y="3315843"/>
                  </a:lnTo>
                  <a:cubicBezTo>
                    <a:pt x="6120638" y="3407029"/>
                    <a:pt x="6046597" y="3480943"/>
                    <a:pt x="5955284" y="3480943"/>
                  </a:cubicBezTo>
                  <a:lnTo>
                    <a:pt x="5955284" y="3474593"/>
                  </a:lnTo>
                  <a:lnTo>
                    <a:pt x="5955284" y="3480943"/>
                  </a:lnTo>
                  <a:lnTo>
                    <a:pt x="165354" y="3480943"/>
                  </a:lnTo>
                  <a:lnTo>
                    <a:pt x="165354" y="3474593"/>
                  </a:lnTo>
                  <a:lnTo>
                    <a:pt x="165354" y="3480943"/>
                  </a:lnTo>
                  <a:cubicBezTo>
                    <a:pt x="74041" y="3480943"/>
                    <a:pt x="0" y="3407029"/>
                    <a:pt x="0" y="331584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15843"/>
                  </a:lnTo>
                  <a:lnTo>
                    <a:pt x="6350" y="3315843"/>
                  </a:lnTo>
                  <a:lnTo>
                    <a:pt x="12700" y="3315843"/>
                  </a:lnTo>
                  <a:cubicBezTo>
                    <a:pt x="12700" y="3400044"/>
                    <a:pt x="81026" y="3468243"/>
                    <a:pt x="165354" y="3468243"/>
                  </a:cubicBezTo>
                  <a:lnTo>
                    <a:pt x="5955284" y="3468243"/>
                  </a:lnTo>
                  <a:cubicBezTo>
                    <a:pt x="6039612" y="3468243"/>
                    <a:pt x="6107938" y="3400044"/>
                    <a:pt x="6107938" y="3315843"/>
                  </a:cubicBezTo>
                  <a:lnTo>
                    <a:pt x="6107938" y="165100"/>
                  </a:lnTo>
                  <a:cubicBezTo>
                    <a:pt x="6107938" y="80899"/>
                    <a:pt x="6039612" y="12700"/>
                    <a:pt x="5955284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43284" y="2580827"/>
            <a:ext cx="3721303" cy="51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📚</a:t>
            </a: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Too Many Subjects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3284" y="3177931"/>
            <a:ext cx="399484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Juggling multiple courses, deadlines, and schedules with no unified system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09922" y="2311603"/>
            <a:ext cx="4590602" cy="2610745"/>
            <a:chOff x="0" y="0"/>
            <a:chExt cx="6120803" cy="34809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108065" cy="3468243"/>
            </a:xfrm>
            <a:custGeom>
              <a:avLst/>
              <a:gdLst/>
              <a:ahLst/>
              <a:cxnLst/>
              <a:rect r="r" b="b" t="t" l="l"/>
              <a:pathLst>
                <a:path h="3468243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309493"/>
                  </a:lnTo>
                  <a:cubicBezTo>
                    <a:pt x="6108065" y="3397123"/>
                    <a:pt x="6036818" y="3468243"/>
                    <a:pt x="5949061" y="3468243"/>
                  </a:cubicBezTo>
                  <a:lnTo>
                    <a:pt x="159004" y="3468243"/>
                  </a:lnTo>
                  <a:cubicBezTo>
                    <a:pt x="71247" y="3468243"/>
                    <a:pt x="0" y="3397250"/>
                    <a:pt x="0" y="3309493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0765" cy="3480943"/>
            </a:xfrm>
            <a:custGeom>
              <a:avLst/>
              <a:gdLst/>
              <a:ahLst/>
              <a:cxnLst/>
              <a:rect r="r" b="b" t="t" l="l"/>
              <a:pathLst>
                <a:path h="3480943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315843"/>
                  </a:lnTo>
                  <a:lnTo>
                    <a:pt x="6114415" y="3315843"/>
                  </a:lnTo>
                  <a:lnTo>
                    <a:pt x="6120765" y="3315843"/>
                  </a:lnTo>
                  <a:cubicBezTo>
                    <a:pt x="6120765" y="3407029"/>
                    <a:pt x="6046724" y="3480943"/>
                    <a:pt x="5955411" y="3480943"/>
                  </a:cubicBezTo>
                  <a:lnTo>
                    <a:pt x="5955411" y="3474593"/>
                  </a:lnTo>
                  <a:lnTo>
                    <a:pt x="5955411" y="3480943"/>
                  </a:lnTo>
                  <a:lnTo>
                    <a:pt x="165354" y="3480943"/>
                  </a:lnTo>
                  <a:lnTo>
                    <a:pt x="165354" y="3474593"/>
                  </a:lnTo>
                  <a:lnTo>
                    <a:pt x="165354" y="3480943"/>
                  </a:lnTo>
                  <a:cubicBezTo>
                    <a:pt x="74041" y="3480943"/>
                    <a:pt x="0" y="3407029"/>
                    <a:pt x="0" y="331584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15843"/>
                  </a:lnTo>
                  <a:lnTo>
                    <a:pt x="6350" y="3315843"/>
                  </a:lnTo>
                  <a:lnTo>
                    <a:pt x="12700" y="3315843"/>
                  </a:lnTo>
                  <a:cubicBezTo>
                    <a:pt x="12700" y="3400044"/>
                    <a:pt x="81026" y="3468243"/>
                    <a:pt x="165354" y="3468243"/>
                  </a:cubicBezTo>
                  <a:lnTo>
                    <a:pt x="5955411" y="3468243"/>
                  </a:lnTo>
                  <a:cubicBezTo>
                    <a:pt x="6039739" y="3468243"/>
                    <a:pt x="6108065" y="3400044"/>
                    <a:pt x="6108065" y="3315843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07731" y="2580827"/>
            <a:ext cx="3721303" cy="51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📋</a:t>
            </a: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Planners Get Lost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07731" y="3177931"/>
            <a:ext cx="3994995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Paper planners are unreliable - easy to misplace and hard to update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45476" y="5196335"/>
            <a:ext cx="9455048" cy="2157117"/>
            <a:chOff x="0" y="0"/>
            <a:chExt cx="12606731" cy="28761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12594082" cy="2863469"/>
            </a:xfrm>
            <a:custGeom>
              <a:avLst/>
              <a:gdLst/>
              <a:ahLst/>
              <a:cxnLst/>
              <a:rect r="r" b="b" t="t" l="l"/>
              <a:pathLst>
                <a:path h="2863469" w="1259408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12434697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704719"/>
                  </a:lnTo>
                  <a:cubicBezTo>
                    <a:pt x="12594082" y="2792349"/>
                    <a:pt x="12522708" y="2863469"/>
                    <a:pt x="12434697" y="2863469"/>
                  </a:cubicBezTo>
                  <a:lnTo>
                    <a:pt x="159385" y="2863469"/>
                  </a:lnTo>
                  <a:cubicBezTo>
                    <a:pt x="71374" y="2863469"/>
                    <a:pt x="0" y="2792349"/>
                    <a:pt x="0" y="2704719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06782" cy="2876169"/>
            </a:xfrm>
            <a:custGeom>
              <a:avLst/>
              <a:gdLst/>
              <a:ahLst/>
              <a:cxnLst/>
              <a:rect r="r" b="b" t="t" l="l"/>
              <a:pathLst>
                <a:path h="2876169" w="12606782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12441047" y="0"/>
                  </a:lnTo>
                  <a:lnTo>
                    <a:pt x="12441047" y="6350"/>
                  </a:lnTo>
                  <a:lnTo>
                    <a:pt x="12441047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711069"/>
                  </a:lnTo>
                  <a:lnTo>
                    <a:pt x="12600432" y="2711069"/>
                  </a:lnTo>
                  <a:lnTo>
                    <a:pt x="12606782" y="2711069"/>
                  </a:lnTo>
                  <a:cubicBezTo>
                    <a:pt x="12606782" y="2802255"/>
                    <a:pt x="12532614" y="2876169"/>
                    <a:pt x="12441047" y="2876169"/>
                  </a:cubicBezTo>
                  <a:lnTo>
                    <a:pt x="12441047" y="2869819"/>
                  </a:lnTo>
                  <a:lnTo>
                    <a:pt x="12441047" y="2876169"/>
                  </a:lnTo>
                  <a:lnTo>
                    <a:pt x="165735" y="2876169"/>
                  </a:lnTo>
                  <a:lnTo>
                    <a:pt x="165735" y="2869819"/>
                  </a:lnTo>
                  <a:lnTo>
                    <a:pt x="165735" y="2876169"/>
                  </a:lnTo>
                  <a:cubicBezTo>
                    <a:pt x="74295" y="2876169"/>
                    <a:pt x="0" y="2802255"/>
                    <a:pt x="0" y="271106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11069"/>
                  </a:lnTo>
                  <a:lnTo>
                    <a:pt x="6350" y="2711069"/>
                  </a:lnTo>
                  <a:lnTo>
                    <a:pt x="12700" y="2711069"/>
                  </a:lnTo>
                  <a:cubicBezTo>
                    <a:pt x="12700" y="2795270"/>
                    <a:pt x="81153" y="2863469"/>
                    <a:pt x="165735" y="2863469"/>
                  </a:cubicBezTo>
                  <a:lnTo>
                    <a:pt x="12441047" y="2863469"/>
                  </a:lnTo>
                  <a:cubicBezTo>
                    <a:pt x="12525502" y="2863469"/>
                    <a:pt x="12594082" y="2795143"/>
                    <a:pt x="12594082" y="2711069"/>
                  </a:cubicBezTo>
                  <a:lnTo>
                    <a:pt x="12594082" y="165100"/>
                  </a:lnTo>
                  <a:cubicBezTo>
                    <a:pt x="12594082" y="80899"/>
                    <a:pt x="12525628" y="12700"/>
                    <a:pt x="1244104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143284" y="5465559"/>
            <a:ext cx="3721303" cy="51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📅</a:t>
            </a: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Wrong Tools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43284" y="6062663"/>
            <a:ext cx="885944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Calendar apps track events, not study sessions or academic progress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850238" y="7667625"/>
            <a:ext cx="9445523" cy="1658388"/>
            <a:chOff x="0" y="0"/>
            <a:chExt cx="12594031" cy="2211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93955" cy="2211070"/>
            </a:xfrm>
            <a:custGeom>
              <a:avLst/>
              <a:gdLst/>
              <a:ahLst/>
              <a:cxnLst/>
              <a:rect r="r" b="b" t="t" l="l"/>
              <a:pathLst>
                <a:path h="2211070" w="12593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2435205" y="0"/>
                  </a:lnTo>
                  <a:cubicBezTo>
                    <a:pt x="12522962" y="0"/>
                    <a:pt x="12593955" y="71120"/>
                    <a:pt x="12593955" y="158750"/>
                  </a:cubicBezTo>
                  <a:lnTo>
                    <a:pt x="12593955" y="2052320"/>
                  </a:lnTo>
                  <a:cubicBezTo>
                    <a:pt x="12593955" y="2140077"/>
                    <a:pt x="12522836" y="2211070"/>
                    <a:pt x="12435205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B3E5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133759" y="8097736"/>
            <a:ext cx="354359" cy="283521"/>
            <a:chOff x="0" y="0"/>
            <a:chExt cx="472478" cy="378028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1" r="-8" b="-655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771630" y="7936259"/>
            <a:ext cx="82406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StudyBuddy's solution:</a:t>
            </a: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Schedule, tasks, Pomodoro timer, and progress tracking - all in one place.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167" y="711261"/>
            <a:ext cx="7442749" cy="97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Core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599415"/>
            <a:ext cx="3721303" cy="2299749"/>
            <a:chOff x="0" y="0"/>
            <a:chExt cx="2946400" cy="18208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946400" cy="1820926"/>
            </a:xfrm>
            <a:custGeom>
              <a:avLst/>
              <a:gdLst/>
              <a:ahLst/>
              <a:cxnLst/>
              <a:rect r="r" b="b" t="t" l="l"/>
              <a:pathLst>
                <a:path h="1820926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1" t="0" r="-131" b="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5498754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Smart Timetable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076798"/>
            <a:ext cx="3810000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A/B week rotation keeps your class schedule accurate and always up to date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56597" y="2599415"/>
            <a:ext cx="3721303" cy="2299749"/>
            <a:chOff x="0" y="0"/>
            <a:chExt cx="2946400" cy="182086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946400" cy="1820926"/>
            </a:xfrm>
            <a:custGeom>
              <a:avLst/>
              <a:gdLst/>
              <a:ahLst/>
              <a:cxnLst/>
              <a:rect r="r" b="b" t="t" l="l"/>
              <a:pathLst>
                <a:path h="1820926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1" t="0" r="-131" b="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156597" y="5498754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Prioritized Tasks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6597" y="6076798"/>
            <a:ext cx="381015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Task list with priority levels so you always know what to tackle next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21108" y="2599415"/>
            <a:ext cx="3721303" cy="2299749"/>
            <a:chOff x="0" y="0"/>
            <a:chExt cx="2946400" cy="182086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946400" cy="1820926"/>
            </a:xfrm>
            <a:custGeom>
              <a:avLst/>
              <a:gdLst/>
              <a:ahLst/>
              <a:cxnLst/>
              <a:rect r="r" b="b" t="t" l="l"/>
              <a:pathLst>
                <a:path h="1820926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1" t="0" r="-131" b="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21108" y="5498754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Pomodoro Timer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6076798"/>
            <a:ext cx="381015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25/5 focus cycles built in — stay focused, take breaks, build momentum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85609" y="2599415"/>
            <a:ext cx="3721303" cy="2299749"/>
            <a:chOff x="0" y="0"/>
            <a:chExt cx="2946400" cy="182086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946400" cy="1820926"/>
            </a:xfrm>
            <a:custGeom>
              <a:avLst/>
              <a:gdLst/>
              <a:ahLst/>
              <a:cxnLst/>
              <a:rect r="r" b="b" t="t" l="l"/>
              <a:pathLst>
                <a:path h="1820926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1" t="0" r="-131" b="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485609" y="5498754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Study Streaks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85609" y="6076798"/>
            <a:ext cx="381015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Track daily study sessions and maintain your streak to stay motivated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1544" y="833590"/>
            <a:ext cx="6911578" cy="90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43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Extra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1544" y="2838450"/>
            <a:ext cx="10464251" cy="5840463"/>
            <a:chOff x="0" y="0"/>
            <a:chExt cx="13952334" cy="778728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952347" cy="7787259"/>
            </a:xfrm>
            <a:custGeom>
              <a:avLst/>
              <a:gdLst/>
              <a:ahLst/>
              <a:cxnLst/>
              <a:rect r="r" b="b" t="t" l="l"/>
              <a:pathLst>
                <a:path h="7787259" w="13952347">
                  <a:moveTo>
                    <a:pt x="0" y="0"/>
                  </a:moveTo>
                  <a:lnTo>
                    <a:pt x="13952347" y="0"/>
                  </a:lnTo>
                  <a:lnTo>
                    <a:pt x="13952347" y="7787259"/>
                  </a:lnTo>
                  <a:lnTo>
                    <a:pt x="0" y="7787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" t="0" r="-3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23379" y="2363095"/>
            <a:ext cx="5366747" cy="2119903"/>
            <a:chOff x="0" y="0"/>
            <a:chExt cx="7155663" cy="2826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7117588" cy="2788412"/>
            </a:xfrm>
            <a:custGeom>
              <a:avLst/>
              <a:gdLst/>
              <a:ahLst/>
              <a:cxnLst/>
              <a:rect r="r" b="b" t="t" l="l"/>
              <a:pathLst>
                <a:path h="2788412" w="7117588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933185" y="0"/>
                  </a:lnTo>
                  <a:cubicBezTo>
                    <a:pt x="7035038" y="0"/>
                    <a:pt x="7117588" y="81915"/>
                    <a:pt x="7117588" y="182880"/>
                  </a:cubicBezTo>
                  <a:lnTo>
                    <a:pt x="7117588" y="2605532"/>
                  </a:lnTo>
                  <a:cubicBezTo>
                    <a:pt x="7117588" y="2706497"/>
                    <a:pt x="7035038" y="2788412"/>
                    <a:pt x="6933185" y="2788412"/>
                  </a:cubicBezTo>
                  <a:lnTo>
                    <a:pt x="184404" y="2788412"/>
                  </a:lnTo>
                  <a:cubicBezTo>
                    <a:pt x="82550" y="2788412"/>
                    <a:pt x="0" y="2706497"/>
                    <a:pt x="0" y="260553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55688" cy="2826512"/>
            </a:xfrm>
            <a:custGeom>
              <a:avLst/>
              <a:gdLst/>
              <a:ahLst/>
              <a:cxnLst/>
              <a:rect r="r" b="b" t="t" l="l"/>
              <a:pathLst>
                <a:path h="2826512" w="7155688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6952235" y="0"/>
                  </a:lnTo>
                  <a:lnTo>
                    <a:pt x="6952235" y="19050"/>
                  </a:lnTo>
                  <a:lnTo>
                    <a:pt x="6952235" y="0"/>
                  </a:lnTo>
                  <a:cubicBezTo>
                    <a:pt x="7064375" y="0"/>
                    <a:pt x="7155688" y="90297"/>
                    <a:pt x="7155688" y="201930"/>
                  </a:cubicBezTo>
                  <a:lnTo>
                    <a:pt x="7136638" y="201930"/>
                  </a:lnTo>
                  <a:lnTo>
                    <a:pt x="7155688" y="201930"/>
                  </a:lnTo>
                  <a:lnTo>
                    <a:pt x="7155688" y="2624582"/>
                  </a:lnTo>
                  <a:lnTo>
                    <a:pt x="7136638" y="2624582"/>
                  </a:lnTo>
                  <a:lnTo>
                    <a:pt x="7155688" y="2624582"/>
                  </a:lnTo>
                  <a:cubicBezTo>
                    <a:pt x="7155688" y="2736215"/>
                    <a:pt x="7064502" y="2826512"/>
                    <a:pt x="6952235" y="2826512"/>
                  </a:cubicBezTo>
                  <a:lnTo>
                    <a:pt x="6952235" y="2807462"/>
                  </a:lnTo>
                  <a:lnTo>
                    <a:pt x="6952235" y="2826512"/>
                  </a:lnTo>
                  <a:lnTo>
                    <a:pt x="203454" y="2826512"/>
                  </a:lnTo>
                  <a:lnTo>
                    <a:pt x="203454" y="2807462"/>
                  </a:lnTo>
                  <a:lnTo>
                    <a:pt x="203454" y="2826512"/>
                  </a:lnTo>
                  <a:cubicBezTo>
                    <a:pt x="91186" y="2826512"/>
                    <a:pt x="0" y="2736342"/>
                    <a:pt x="0" y="262458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624582"/>
                  </a:lnTo>
                  <a:lnTo>
                    <a:pt x="19050" y="2624582"/>
                  </a:lnTo>
                  <a:lnTo>
                    <a:pt x="38100" y="2624582"/>
                  </a:lnTo>
                  <a:cubicBezTo>
                    <a:pt x="38100" y="2714879"/>
                    <a:pt x="112014" y="2788412"/>
                    <a:pt x="203454" y="2788412"/>
                  </a:cubicBezTo>
                  <a:lnTo>
                    <a:pt x="6952235" y="2788412"/>
                  </a:lnTo>
                  <a:cubicBezTo>
                    <a:pt x="7043674" y="2788412"/>
                    <a:pt x="7117588" y="2714879"/>
                    <a:pt x="7117588" y="2624582"/>
                  </a:cubicBezTo>
                  <a:lnTo>
                    <a:pt x="7117588" y="201930"/>
                  </a:lnTo>
                  <a:cubicBezTo>
                    <a:pt x="7117588" y="111633"/>
                    <a:pt x="7043675" y="38100"/>
                    <a:pt x="6952235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09091" y="2377383"/>
            <a:ext cx="114300" cy="2091328"/>
            <a:chOff x="0" y="0"/>
            <a:chExt cx="152400" cy="27884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00" cy="2788412"/>
            </a:xfrm>
            <a:custGeom>
              <a:avLst/>
              <a:gdLst/>
              <a:ahLst/>
              <a:cxnLst/>
              <a:rect r="r" b="b" t="t" l="l"/>
              <a:pathLst>
                <a:path h="2788412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712212"/>
                  </a:lnTo>
                  <a:cubicBezTo>
                    <a:pt x="152400" y="2754249"/>
                    <a:pt x="118237" y="2788412"/>
                    <a:pt x="76200" y="2788412"/>
                  </a:cubicBezTo>
                  <a:cubicBezTo>
                    <a:pt x="34163" y="2788412"/>
                    <a:pt x="0" y="2754249"/>
                    <a:pt x="0" y="2712212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15247" y="2650179"/>
            <a:ext cx="3455784" cy="47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📊</a:t>
            </a:r>
            <a:r>
              <a:rPr lang="en-US" sz="268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Grade Tracking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15247" y="3288354"/>
            <a:ext cx="4668736" cy="88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Log grades per subject and view running averages at a glance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23379" y="4698797"/>
            <a:ext cx="5366747" cy="2119903"/>
            <a:chOff x="0" y="0"/>
            <a:chExt cx="7155663" cy="28265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7117588" cy="2788412"/>
            </a:xfrm>
            <a:custGeom>
              <a:avLst/>
              <a:gdLst/>
              <a:ahLst/>
              <a:cxnLst/>
              <a:rect r="r" b="b" t="t" l="l"/>
              <a:pathLst>
                <a:path h="2788412" w="7117588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933185" y="0"/>
                  </a:lnTo>
                  <a:cubicBezTo>
                    <a:pt x="7035038" y="0"/>
                    <a:pt x="7117588" y="81915"/>
                    <a:pt x="7117588" y="182880"/>
                  </a:cubicBezTo>
                  <a:lnTo>
                    <a:pt x="7117588" y="2605532"/>
                  </a:lnTo>
                  <a:cubicBezTo>
                    <a:pt x="7117588" y="2706497"/>
                    <a:pt x="7035038" y="2788412"/>
                    <a:pt x="6933185" y="2788412"/>
                  </a:cubicBezTo>
                  <a:lnTo>
                    <a:pt x="184404" y="2788412"/>
                  </a:lnTo>
                  <a:cubicBezTo>
                    <a:pt x="82550" y="2788412"/>
                    <a:pt x="0" y="2706497"/>
                    <a:pt x="0" y="260553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5688" cy="2826512"/>
            </a:xfrm>
            <a:custGeom>
              <a:avLst/>
              <a:gdLst/>
              <a:ahLst/>
              <a:cxnLst/>
              <a:rect r="r" b="b" t="t" l="l"/>
              <a:pathLst>
                <a:path h="2826512" w="7155688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6952235" y="0"/>
                  </a:lnTo>
                  <a:lnTo>
                    <a:pt x="6952235" y="19050"/>
                  </a:lnTo>
                  <a:lnTo>
                    <a:pt x="6952235" y="0"/>
                  </a:lnTo>
                  <a:cubicBezTo>
                    <a:pt x="7064375" y="0"/>
                    <a:pt x="7155688" y="90297"/>
                    <a:pt x="7155688" y="201930"/>
                  </a:cubicBezTo>
                  <a:lnTo>
                    <a:pt x="7136638" y="201930"/>
                  </a:lnTo>
                  <a:lnTo>
                    <a:pt x="7155688" y="201930"/>
                  </a:lnTo>
                  <a:lnTo>
                    <a:pt x="7155688" y="2624582"/>
                  </a:lnTo>
                  <a:lnTo>
                    <a:pt x="7136638" y="2624582"/>
                  </a:lnTo>
                  <a:lnTo>
                    <a:pt x="7155688" y="2624582"/>
                  </a:lnTo>
                  <a:cubicBezTo>
                    <a:pt x="7155688" y="2736215"/>
                    <a:pt x="7064502" y="2826512"/>
                    <a:pt x="6952235" y="2826512"/>
                  </a:cubicBezTo>
                  <a:lnTo>
                    <a:pt x="6952235" y="2807462"/>
                  </a:lnTo>
                  <a:lnTo>
                    <a:pt x="6952235" y="2826512"/>
                  </a:lnTo>
                  <a:lnTo>
                    <a:pt x="203454" y="2826512"/>
                  </a:lnTo>
                  <a:lnTo>
                    <a:pt x="203454" y="2807462"/>
                  </a:lnTo>
                  <a:lnTo>
                    <a:pt x="203454" y="2826512"/>
                  </a:lnTo>
                  <a:cubicBezTo>
                    <a:pt x="91186" y="2826512"/>
                    <a:pt x="0" y="2736342"/>
                    <a:pt x="0" y="262458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624582"/>
                  </a:lnTo>
                  <a:lnTo>
                    <a:pt x="19050" y="2624582"/>
                  </a:lnTo>
                  <a:lnTo>
                    <a:pt x="38100" y="2624582"/>
                  </a:lnTo>
                  <a:cubicBezTo>
                    <a:pt x="38100" y="2714879"/>
                    <a:pt x="112014" y="2788412"/>
                    <a:pt x="203454" y="2788412"/>
                  </a:cubicBezTo>
                  <a:lnTo>
                    <a:pt x="6952235" y="2788412"/>
                  </a:lnTo>
                  <a:cubicBezTo>
                    <a:pt x="7043674" y="2788412"/>
                    <a:pt x="7117588" y="2714879"/>
                    <a:pt x="7117588" y="2624582"/>
                  </a:cubicBezTo>
                  <a:lnTo>
                    <a:pt x="7117588" y="201930"/>
                  </a:lnTo>
                  <a:cubicBezTo>
                    <a:pt x="7117588" y="111633"/>
                    <a:pt x="7043675" y="38100"/>
                    <a:pt x="6952235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09091" y="4713084"/>
            <a:ext cx="114300" cy="2091328"/>
            <a:chOff x="0" y="0"/>
            <a:chExt cx="152400" cy="27884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" cy="2788412"/>
            </a:xfrm>
            <a:custGeom>
              <a:avLst/>
              <a:gdLst/>
              <a:ahLst/>
              <a:cxnLst/>
              <a:rect r="r" b="b" t="t" l="l"/>
              <a:pathLst>
                <a:path h="2788412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712212"/>
                  </a:lnTo>
                  <a:cubicBezTo>
                    <a:pt x="152400" y="2754249"/>
                    <a:pt x="118237" y="2788412"/>
                    <a:pt x="76200" y="2788412"/>
                  </a:cubicBezTo>
                  <a:cubicBezTo>
                    <a:pt x="34163" y="2788412"/>
                    <a:pt x="0" y="2754249"/>
                    <a:pt x="0" y="2712212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415247" y="4985890"/>
            <a:ext cx="3455784" cy="47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📝</a:t>
            </a:r>
            <a:r>
              <a:rPr lang="en-US" sz="268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Subject Notes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15247" y="5624065"/>
            <a:ext cx="4668736" cy="88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Attach quick notes directly to each subject for easy reference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23379" y="7034508"/>
            <a:ext cx="5366747" cy="2119903"/>
            <a:chOff x="0" y="0"/>
            <a:chExt cx="7155663" cy="28265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7117588" cy="2788412"/>
            </a:xfrm>
            <a:custGeom>
              <a:avLst/>
              <a:gdLst/>
              <a:ahLst/>
              <a:cxnLst/>
              <a:rect r="r" b="b" t="t" l="l"/>
              <a:pathLst>
                <a:path h="2788412" w="7117588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6933185" y="0"/>
                  </a:lnTo>
                  <a:cubicBezTo>
                    <a:pt x="7035038" y="0"/>
                    <a:pt x="7117588" y="81915"/>
                    <a:pt x="7117588" y="182880"/>
                  </a:cubicBezTo>
                  <a:lnTo>
                    <a:pt x="7117588" y="2605532"/>
                  </a:lnTo>
                  <a:cubicBezTo>
                    <a:pt x="7117588" y="2706497"/>
                    <a:pt x="7035038" y="2788412"/>
                    <a:pt x="6933185" y="2788412"/>
                  </a:cubicBezTo>
                  <a:lnTo>
                    <a:pt x="184404" y="2788412"/>
                  </a:lnTo>
                  <a:cubicBezTo>
                    <a:pt x="82550" y="2788412"/>
                    <a:pt x="0" y="2706497"/>
                    <a:pt x="0" y="260553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55688" cy="2826512"/>
            </a:xfrm>
            <a:custGeom>
              <a:avLst/>
              <a:gdLst/>
              <a:ahLst/>
              <a:cxnLst/>
              <a:rect r="r" b="b" t="t" l="l"/>
              <a:pathLst>
                <a:path h="2826512" w="7155688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6952235" y="0"/>
                  </a:lnTo>
                  <a:lnTo>
                    <a:pt x="6952235" y="19050"/>
                  </a:lnTo>
                  <a:lnTo>
                    <a:pt x="6952235" y="0"/>
                  </a:lnTo>
                  <a:cubicBezTo>
                    <a:pt x="7064375" y="0"/>
                    <a:pt x="7155688" y="90297"/>
                    <a:pt x="7155688" y="201930"/>
                  </a:cubicBezTo>
                  <a:lnTo>
                    <a:pt x="7136638" y="201930"/>
                  </a:lnTo>
                  <a:lnTo>
                    <a:pt x="7155688" y="201930"/>
                  </a:lnTo>
                  <a:lnTo>
                    <a:pt x="7155688" y="2624582"/>
                  </a:lnTo>
                  <a:lnTo>
                    <a:pt x="7136638" y="2624582"/>
                  </a:lnTo>
                  <a:lnTo>
                    <a:pt x="7155688" y="2624582"/>
                  </a:lnTo>
                  <a:cubicBezTo>
                    <a:pt x="7155688" y="2736215"/>
                    <a:pt x="7064502" y="2826512"/>
                    <a:pt x="6952235" y="2826512"/>
                  </a:cubicBezTo>
                  <a:lnTo>
                    <a:pt x="6952235" y="2807462"/>
                  </a:lnTo>
                  <a:lnTo>
                    <a:pt x="6952235" y="2826512"/>
                  </a:lnTo>
                  <a:lnTo>
                    <a:pt x="203454" y="2826512"/>
                  </a:lnTo>
                  <a:lnTo>
                    <a:pt x="203454" y="2807462"/>
                  </a:lnTo>
                  <a:lnTo>
                    <a:pt x="203454" y="2826512"/>
                  </a:lnTo>
                  <a:cubicBezTo>
                    <a:pt x="91186" y="2826512"/>
                    <a:pt x="0" y="2736342"/>
                    <a:pt x="0" y="262458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624582"/>
                  </a:lnTo>
                  <a:lnTo>
                    <a:pt x="19050" y="2624582"/>
                  </a:lnTo>
                  <a:lnTo>
                    <a:pt x="38100" y="2624582"/>
                  </a:lnTo>
                  <a:cubicBezTo>
                    <a:pt x="38100" y="2714879"/>
                    <a:pt x="112014" y="2788412"/>
                    <a:pt x="203454" y="2788412"/>
                  </a:cubicBezTo>
                  <a:lnTo>
                    <a:pt x="6952235" y="2788412"/>
                  </a:lnTo>
                  <a:cubicBezTo>
                    <a:pt x="7043674" y="2788412"/>
                    <a:pt x="7117588" y="2714879"/>
                    <a:pt x="7117588" y="2624582"/>
                  </a:cubicBezTo>
                  <a:lnTo>
                    <a:pt x="7117588" y="201930"/>
                  </a:lnTo>
                  <a:cubicBezTo>
                    <a:pt x="7117588" y="111633"/>
                    <a:pt x="7043675" y="38100"/>
                    <a:pt x="6952235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009091" y="7048795"/>
            <a:ext cx="114300" cy="2091328"/>
            <a:chOff x="0" y="0"/>
            <a:chExt cx="152400" cy="27884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2788412"/>
            </a:xfrm>
            <a:custGeom>
              <a:avLst/>
              <a:gdLst/>
              <a:ahLst/>
              <a:cxnLst/>
              <a:rect r="r" b="b" t="t" l="l"/>
              <a:pathLst>
                <a:path h="2788412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712212"/>
                  </a:lnTo>
                  <a:cubicBezTo>
                    <a:pt x="152400" y="2754249"/>
                    <a:pt x="118237" y="2788412"/>
                    <a:pt x="76200" y="2788412"/>
                  </a:cubicBezTo>
                  <a:cubicBezTo>
                    <a:pt x="34163" y="2788412"/>
                    <a:pt x="0" y="2754249"/>
                    <a:pt x="0" y="2712212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15247" y="7321601"/>
            <a:ext cx="3455784" cy="47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🔔</a:t>
            </a:r>
            <a:r>
              <a:rPr lang="en-US" sz="268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Deadline Alerts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15247" y="7959776"/>
            <a:ext cx="4668736" cy="88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Local notifications remind you before upcoming tasks are due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884732" y="481012"/>
            <a:ext cx="5006731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Technical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66228" y="1305795"/>
            <a:ext cx="8799527" cy="4027071"/>
            <a:chOff x="0" y="0"/>
            <a:chExt cx="16691178" cy="763865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691229" cy="7638669"/>
            </a:xfrm>
            <a:custGeom>
              <a:avLst/>
              <a:gdLst/>
              <a:ahLst/>
              <a:cxnLst/>
              <a:rect r="r" b="b" t="t" l="l"/>
              <a:pathLst>
                <a:path h="7638669" w="16691229">
                  <a:moveTo>
                    <a:pt x="0" y="0"/>
                  </a:moveTo>
                  <a:lnTo>
                    <a:pt x="16691229" y="0"/>
                  </a:lnTo>
                  <a:lnTo>
                    <a:pt x="16691229" y="7638669"/>
                  </a:lnTo>
                  <a:lnTo>
                    <a:pt x="0" y="7638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" t="0" r="-2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814890" y="1707699"/>
            <a:ext cx="2907659" cy="38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Database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42581" y="2118779"/>
            <a:ext cx="3052277" cy="42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SwiftData ModelContainer persists and queries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79957" y="2936826"/>
            <a:ext cx="2806122" cy="38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ViewModel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79957" y="3347906"/>
            <a:ext cx="2806122" cy="42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0"/>
              </a:lnSpc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Holds business logic and manages state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14890" y="3796332"/>
            <a:ext cx="2907659" cy="38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14890" y="4260690"/>
            <a:ext cx="3052277" cy="42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SwiftUI views render the UI and bind to state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03706" y="5989861"/>
            <a:ext cx="12518384" cy="50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6"/>
              </a:lnSpc>
            </a:pPr>
            <a:r>
              <a:rPr lang="en-US" sz="15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StudyBuddy follows </a:t>
            </a:r>
            <a:r>
              <a:rPr lang="en-US" sz="157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MVVM architecture</a:t>
            </a:r>
            <a:r>
              <a:rPr lang="en-US" sz="15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SwiftUI views bind to ViewModels, which manage state and interact with a </a:t>
            </a:r>
            <a:r>
              <a:rPr lang="en-US" sz="157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SwiftData</a:t>
            </a:r>
            <a:r>
              <a:rPr lang="en-US" sz="15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persistence layer.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879969" y="7807823"/>
            <a:ext cx="12527909" cy="1964827"/>
            <a:chOff x="0" y="0"/>
            <a:chExt cx="16703878" cy="26197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16691102" cy="2607056"/>
            </a:xfrm>
            <a:custGeom>
              <a:avLst/>
              <a:gdLst/>
              <a:ahLst/>
              <a:cxnLst/>
              <a:rect r="r" b="b" t="t" l="l"/>
              <a:pathLst>
                <a:path h="2607056" w="16691102">
                  <a:moveTo>
                    <a:pt x="0" y="101600"/>
                  </a:moveTo>
                  <a:cubicBezTo>
                    <a:pt x="0" y="45466"/>
                    <a:pt x="45720" y="0"/>
                    <a:pt x="101981" y="0"/>
                  </a:cubicBezTo>
                  <a:lnTo>
                    <a:pt x="16589121" y="0"/>
                  </a:lnTo>
                  <a:cubicBezTo>
                    <a:pt x="16645508" y="0"/>
                    <a:pt x="16691102" y="45466"/>
                    <a:pt x="16691102" y="101600"/>
                  </a:cubicBezTo>
                  <a:lnTo>
                    <a:pt x="16691102" y="2505456"/>
                  </a:lnTo>
                  <a:cubicBezTo>
                    <a:pt x="16691102" y="2561590"/>
                    <a:pt x="16645381" y="2607056"/>
                    <a:pt x="16589121" y="2607056"/>
                  </a:cubicBezTo>
                  <a:lnTo>
                    <a:pt x="101981" y="2607056"/>
                  </a:lnTo>
                  <a:cubicBezTo>
                    <a:pt x="45593" y="2607056"/>
                    <a:pt x="0" y="2561590"/>
                    <a:pt x="0" y="2505456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703802" cy="2619756"/>
            </a:xfrm>
            <a:custGeom>
              <a:avLst/>
              <a:gdLst/>
              <a:ahLst/>
              <a:cxnLst/>
              <a:rect r="r" b="b" t="t" l="l"/>
              <a:pathLst>
                <a:path h="2619756" w="16703802">
                  <a:moveTo>
                    <a:pt x="0" y="107950"/>
                  </a:moveTo>
                  <a:cubicBezTo>
                    <a:pt x="0" y="48260"/>
                    <a:pt x="48514" y="0"/>
                    <a:pt x="108331" y="0"/>
                  </a:cubicBezTo>
                  <a:lnTo>
                    <a:pt x="16595471" y="0"/>
                  </a:lnTo>
                  <a:lnTo>
                    <a:pt x="16595471" y="6350"/>
                  </a:lnTo>
                  <a:lnTo>
                    <a:pt x="16595471" y="0"/>
                  </a:lnTo>
                  <a:cubicBezTo>
                    <a:pt x="16655287" y="0"/>
                    <a:pt x="16703802" y="48260"/>
                    <a:pt x="16703802" y="107950"/>
                  </a:cubicBezTo>
                  <a:lnTo>
                    <a:pt x="16697452" y="107950"/>
                  </a:lnTo>
                  <a:lnTo>
                    <a:pt x="16703802" y="107950"/>
                  </a:lnTo>
                  <a:lnTo>
                    <a:pt x="16703802" y="2511806"/>
                  </a:lnTo>
                  <a:lnTo>
                    <a:pt x="16697452" y="2511806"/>
                  </a:lnTo>
                  <a:lnTo>
                    <a:pt x="16703802" y="2511806"/>
                  </a:lnTo>
                  <a:cubicBezTo>
                    <a:pt x="16703802" y="2571496"/>
                    <a:pt x="16655287" y="2619756"/>
                    <a:pt x="16595471" y="2619756"/>
                  </a:cubicBezTo>
                  <a:lnTo>
                    <a:pt x="16595471" y="2613406"/>
                  </a:lnTo>
                  <a:lnTo>
                    <a:pt x="16595471" y="2619756"/>
                  </a:lnTo>
                  <a:lnTo>
                    <a:pt x="108331" y="2619756"/>
                  </a:lnTo>
                  <a:lnTo>
                    <a:pt x="108331" y="2613406"/>
                  </a:lnTo>
                  <a:lnTo>
                    <a:pt x="108331" y="2619756"/>
                  </a:lnTo>
                  <a:cubicBezTo>
                    <a:pt x="48514" y="2619756"/>
                    <a:pt x="0" y="2571496"/>
                    <a:pt x="0" y="2511806"/>
                  </a:cubicBezTo>
                  <a:lnTo>
                    <a:pt x="0" y="107950"/>
                  </a:lnTo>
                  <a:lnTo>
                    <a:pt x="6350" y="107950"/>
                  </a:lnTo>
                  <a:lnTo>
                    <a:pt x="0" y="107950"/>
                  </a:lnTo>
                  <a:moveTo>
                    <a:pt x="12700" y="107950"/>
                  </a:moveTo>
                  <a:lnTo>
                    <a:pt x="12700" y="2511806"/>
                  </a:lnTo>
                  <a:lnTo>
                    <a:pt x="6350" y="2511806"/>
                  </a:lnTo>
                  <a:lnTo>
                    <a:pt x="12700" y="2511806"/>
                  </a:lnTo>
                  <a:cubicBezTo>
                    <a:pt x="12700" y="2564384"/>
                    <a:pt x="55499" y="2607056"/>
                    <a:pt x="108331" y="2607056"/>
                  </a:cubicBezTo>
                  <a:lnTo>
                    <a:pt x="16595471" y="2607056"/>
                  </a:lnTo>
                  <a:cubicBezTo>
                    <a:pt x="16648303" y="2607056"/>
                    <a:pt x="16691102" y="2564384"/>
                    <a:pt x="16691102" y="2511806"/>
                  </a:cubicBezTo>
                  <a:lnTo>
                    <a:pt x="16691102" y="107950"/>
                  </a:lnTo>
                  <a:cubicBezTo>
                    <a:pt x="16691102" y="55372"/>
                    <a:pt x="16648303" y="12700"/>
                    <a:pt x="16595471" y="12700"/>
                  </a:cubicBezTo>
                  <a:lnTo>
                    <a:pt x="108331" y="12700"/>
                  </a:lnTo>
                  <a:lnTo>
                    <a:pt x="108331" y="6350"/>
                  </a:lnTo>
                  <a:lnTo>
                    <a:pt x="108331" y="12700"/>
                  </a:lnTo>
                  <a:cubicBezTo>
                    <a:pt x="55499" y="12700"/>
                    <a:pt x="12700" y="55372"/>
                    <a:pt x="12700" y="10795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894257" y="7822111"/>
            <a:ext cx="6249591" cy="968131"/>
            <a:chOff x="0" y="0"/>
            <a:chExt cx="8332788" cy="12908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32724" cy="1290828"/>
            </a:xfrm>
            <a:custGeom>
              <a:avLst/>
              <a:gdLst/>
              <a:ahLst/>
              <a:cxnLst/>
              <a:rect r="r" b="b" t="t" l="l"/>
              <a:pathLst>
                <a:path h="1290828" w="833272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8231124" y="0"/>
                  </a:lnTo>
                  <a:cubicBezTo>
                    <a:pt x="8287258" y="0"/>
                    <a:pt x="8332724" y="45466"/>
                    <a:pt x="8332724" y="101600"/>
                  </a:cubicBezTo>
                  <a:lnTo>
                    <a:pt x="8332724" y="1189228"/>
                  </a:lnTo>
                  <a:cubicBezTo>
                    <a:pt x="8332724" y="1245362"/>
                    <a:pt x="8287258" y="1290828"/>
                    <a:pt x="8231124" y="1290828"/>
                  </a:cubicBezTo>
                  <a:lnTo>
                    <a:pt x="101600" y="1290828"/>
                  </a:lnTo>
                  <a:cubicBezTo>
                    <a:pt x="45466" y="1290828"/>
                    <a:pt x="0" y="1245362"/>
                    <a:pt x="0" y="1189228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075680" y="7974959"/>
            <a:ext cx="2381098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Swift 5.9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75680" y="8351787"/>
            <a:ext cx="5886745" cy="25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Latest language features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43848" y="7822111"/>
            <a:ext cx="6249743" cy="968131"/>
            <a:chOff x="0" y="0"/>
            <a:chExt cx="8332991" cy="12908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32978" cy="1290828"/>
            </a:xfrm>
            <a:custGeom>
              <a:avLst/>
              <a:gdLst/>
              <a:ahLst/>
              <a:cxnLst/>
              <a:rect r="r" b="b" t="t" l="l"/>
              <a:pathLst>
                <a:path h="1290828" w="8332978">
                  <a:moveTo>
                    <a:pt x="0" y="0"/>
                  </a:moveTo>
                  <a:lnTo>
                    <a:pt x="8332978" y="0"/>
                  </a:lnTo>
                  <a:lnTo>
                    <a:pt x="8332978" y="1290828"/>
                  </a:lnTo>
                  <a:lnTo>
                    <a:pt x="0" y="1290828"/>
                  </a:lnTo>
                  <a:close/>
                </a:path>
              </a:pathLst>
            </a:custGeom>
            <a:solidFill>
              <a:srgbClr val="CCEE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3848" y="7822111"/>
            <a:ext cx="19050" cy="968131"/>
            <a:chOff x="0" y="0"/>
            <a:chExt cx="25400" cy="12908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400" cy="1290828"/>
            </a:xfrm>
            <a:custGeom>
              <a:avLst/>
              <a:gdLst/>
              <a:ahLst/>
              <a:cxnLst/>
              <a:rect r="r" b="b" t="t" l="l"/>
              <a:pathLst>
                <a:path h="1290828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278128"/>
                  </a:lnTo>
                  <a:cubicBezTo>
                    <a:pt x="25400" y="1285113"/>
                    <a:pt x="19685" y="1290828"/>
                    <a:pt x="12700" y="1290828"/>
                  </a:cubicBezTo>
                  <a:cubicBezTo>
                    <a:pt x="5715" y="1290828"/>
                    <a:pt x="0" y="1285113"/>
                    <a:pt x="0" y="1278128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325270" y="7974959"/>
            <a:ext cx="2381098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SwiftUI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25270" y="8351787"/>
            <a:ext cx="5886898" cy="25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Declarative UI framework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894257" y="8790232"/>
            <a:ext cx="6249591" cy="968131"/>
            <a:chOff x="0" y="0"/>
            <a:chExt cx="8332788" cy="12908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332851" cy="1290828"/>
            </a:xfrm>
            <a:custGeom>
              <a:avLst/>
              <a:gdLst/>
              <a:ahLst/>
              <a:cxnLst/>
              <a:rect r="r" b="b" t="t" l="l"/>
              <a:pathLst>
                <a:path h="1290828" w="8332851">
                  <a:moveTo>
                    <a:pt x="0" y="0"/>
                  </a:moveTo>
                  <a:lnTo>
                    <a:pt x="8332851" y="0"/>
                  </a:lnTo>
                  <a:lnTo>
                    <a:pt x="8332851" y="1290828"/>
                  </a:lnTo>
                  <a:lnTo>
                    <a:pt x="0" y="1290828"/>
                  </a:lnTo>
                  <a:close/>
                </a:path>
              </a:pathLst>
            </a:custGeom>
            <a:solidFill>
              <a:srgbClr val="CCEE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894257" y="8790232"/>
            <a:ext cx="6249591" cy="19050"/>
            <a:chOff x="0" y="0"/>
            <a:chExt cx="8332788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32851" cy="25400"/>
            </a:xfrm>
            <a:custGeom>
              <a:avLst/>
              <a:gdLst/>
              <a:ahLst/>
              <a:cxnLst/>
              <a:rect r="r" b="b" t="t" l="l"/>
              <a:pathLst>
                <a:path h="25400" w="833285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8320151" y="0"/>
                  </a:lnTo>
                  <a:cubicBezTo>
                    <a:pt x="8327136" y="0"/>
                    <a:pt x="8332851" y="5715"/>
                    <a:pt x="8332851" y="12700"/>
                  </a:cubicBezTo>
                  <a:cubicBezTo>
                    <a:pt x="8332851" y="19685"/>
                    <a:pt x="8327136" y="25400"/>
                    <a:pt x="832015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3075680" y="8943080"/>
            <a:ext cx="2381098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SwiftData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75680" y="9319917"/>
            <a:ext cx="5886745" cy="25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Native data persistence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3848" y="8790232"/>
            <a:ext cx="6249743" cy="968131"/>
            <a:chOff x="0" y="0"/>
            <a:chExt cx="8332991" cy="12908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32978" cy="1290828"/>
            </a:xfrm>
            <a:custGeom>
              <a:avLst/>
              <a:gdLst/>
              <a:ahLst/>
              <a:cxnLst/>
              <a:rect r="r" b="b" t="t" l="l"/>
              <a:pathLst>
                <a:path h="1290828" w="8332978">
                  <a:moveTo>
                    <a:pt x="0" y="0"/>
                  </a:moveTo>
                  <a:lnTo>
                    <a:pt x="8332978" y="0"/>
                  </a:lnTo>
                  <a:lnTo>
                    <a:pt x="8332978" y="1290828"/>
                  </a:lnTo>
                  <a:lnTo>
                    <a:pt x="0" y="1290828"/>
                  </a:lnTo>
                  <a:close/>
                </a:path>
              </a:pathLst>
            </a:custGeom>
            <a:solidFill>
              <a:srgbClr val="CCEE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3848" y="8790232"/>
            <a:ext cx="19050" cy="968131"/>
            <a:chOff x="0" y="0"/>
            <a:chExt cx="25400" cy="129084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400" cy="1290828"/>
            </a:xfrm>
            <a:custGeom>
              <a:avLst/>
              <a:gdLst/>
              <a:ahLst/>
              <a:cxnLst/>
              <a:rect r="r" b="b" t="t" l="l"/>
              <a:pathLst>
                <a:path h="1290828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278128"/>
                  </a:lnTo>
                  <a:cubicBezTo>
                    <a:pt x="25400" y="1285113"/>
                    <a:pt x="19685" y="1290828"/>
                    <a:pt x="12700" y="1290828"/>
                  </a:cubicBezTo>
                  <a:cubicBezTo>
                    <a:pt x="5715" y="1290828"/>
                    <a:pt x="0" y="1285113"/>
                    <a:pt x="0" y="1278128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43848" y="8790232"/>
            <a:ext cx="6249743" cy="19050"/>
            <a:chOff x="0" y="0"/>
            <a:chExt cx="8332991" cy="25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32978" cy="25400"/>
            </a:xfrm>
            <a:custGeom>
              <a:avLst/>
              <a:gdLst/>
              <a:ahLst/>
              <a:cxnLst/>
              <a:rect r="r" b="b" t="t" l="l"/>
              <a:pathLst>
                <a:path h="25400" w="8332978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8320278" y="0"/>
                  </a:lnTo>
                  <a:cubicBezTo>
                    <a:pt x="8327263" y="0"/>
                    <a:pt x="8332978" y="5715"/>
                    <a:pt x="8332978" y="12700"/>
                  </a:cubicBezTo>
                  <a:cubicBezTo>
                    <a:pt x="8332978" y="19685"/>
                    <a:pt x="8327263" y="25400"/>
                    <a:pt x="832027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325270" y="8943080"/>
            <a:ext cx="2381098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iOS 17+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25270" y="9319917"/>
            <a:ext cx="5886898" cy="25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Modern platform APIs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48385" y="517179"/>
            <a:ext cx="5018332" cy="665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Database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7678" y="2996045"/>
            <a:ext cx="6039745" cy="227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sz="272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Built entirely with </a:t>
            </a:r>
            <a:r>
              <a:rPr lang="en-US" sz="2723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SwiftData</a:t>
            </a:r>
            <a:r>
              <a:rPr lang="en-US" sz="272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the data layer uses six models all connected to a central </a:t>
            </a:r>
            <a:r>
              <a:rPr lang="en-US" sz="2723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Subject</a:t>
            </a:r>
            <a:r>
              <a:rPr lang="en-US" sz="272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entity. Cascade delete ensures referential integrity when subjects are removed.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86735" y="1520876"/>
            <a:ext cx="6362405" cy="6362405"/>
            <a:chOff x="0" y="0"/>
            <a:chExt cx="8483206" cy="848320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483219" cy="8483219"/>
            </a:xfrm>
            <a:custGeom>
              <a:avLst/>
              <a:gdLst/>
              <a:ahLst/>
              <a:cxnLst/>
              <a:rect r="r" b="b" t="t" l="l"/>
              <a:pathLst>
                <a:path h="8483219" w="8483219">
                  <a:moveTo>
                    <a:pt x="0" y="0"/>
                  </a:moveTo>
                  <a:lnTo>
                    <a:pt x="8483219" y="0"/>
                  </a:lnTo>
                  <a:lnTo>
                    <a:pt x="8483219" y="8483219"/>
                  </a:lnTo>
                  <a:lnTo>
                    <a:pt x="0" y="8483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09062" y="1272626"/>
            <a:ext cx="6362405" cy="6362405"/>
            <a:chOff x="0" y="0"/>
            <a:chExt cx="8483206" cy="848320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483219" cy="8483219"/>
            </a:xfrm>
            <a:custGeom>
              <a:avLst/>
              <a:gdLst/>
              <a:ahLst/>
              <a:cxnLst/>
              <a:rect r="r" b="b" t="t" l="l"/>
              <a:pathLst>
                <a:path h="8483219" w="8483219">
                  <a:moveTo>
                    <a:pt x="0" y="0"/>
                  </a:moveTo>
                  <a:lnTo>
                    <a:pt x="8483219" y="0"/>
                  </a:lnTo>
                  <a:lnTo>
                    <a:pt x="8483219" y="8483219"/>
                  </a:lnTo>
                  <a:lnTo>
                    <a:pt x="0" y="8483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43623" y="8168430"/>
            <a:ext cx="3210668" cy="724348"/>
            <a:chOff x="0" y="0"/>
            <a:chExt cx="4280891" cy="965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4268216" cy="953135"/>
            </a:xfrm>
            <a:custGeom>
              <a:avLst/>
              <a:gdLst/>
              <a:ahLst/>
              <a:cxnLst/>
              <a:rect r="r" b="b" t="t" l="l"/>
              <a:pathLst>
                <a:path h="953135" w="4268216">
                  <a:moveTo>
                    <a:pt x="0" y="107061"/>
                  </a:moveTo>
                  <a:cubicBezTo>
                    <a:pt x="0" y="47879"/>
                    <a:pt x="48387" y="0"/>
                    <a:pt x="108204" y="0"/>
                  </a:cubicBezTo>
                  <a:lnTo>
                    <a:pt x="4160012" y="0"/>
                  </a:lnTo>
                  <a:cubicBezTo>
                    <a:pt x="4219702" y="0"/>
                    <a:pt x="4268216" y="47879"/>
                    <a:pt x="4268216" y="107061"/>
                  </a:cubicBezTo>
                  <a:lnTo>
                    <a:pt x="4268216" y="846074"/>
                  </a:lnTo>
                  <a:cubicBezTo>
                    <a:pt x="4268216" y="905256"/>
                    <a:pt x="4219829" y="953135"/>
                    <a:pt x="4160012" y="953135"/>
                  </a:cubicBezTo>
                  <a:lnTo>
                    <a:pt x="108204" y="953135"/>
                  </a:lnTo>
                  <a:cubicBezTo>
                    <a:pt x="48387" y="953135"/>
                    <a:pt x="0" y="905129"/>
                    <a:pt x="0" y="846074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80916" cy="965835"/>
            </a:xfrm>
            <a:custGeom>
              <a:avLst/>
              <a:gdLst/>
              <a:ahLst/>
              <a:cxnLst/>
              <a:rect r="r" b="b" t="t" l="l"/>
              <a:pathLst>
                <a:path h="965835" w="4280916">
                  <a:moveTo>
                    <a:pt x="0" y="113411"/>
                  </a:moveTo>
                  <a:cubicBezTo>
                    <a:pt x="0" y="50673"/>
                    <a:pt x="51308" y="0"/>
                    <a:pt x="114554" y="0"/>
                  </a:cubicBezTo>
                  <a:lnTo>
                    <a:pt x="4166362" y="0"/>
                  </a:lnTo>
                  <a:lnTo>
                    <a:pt x="4166362" y="6350"/>
                  </a:lnTo>
                  <a:lnTo>
                    <a:pt x="4166362" y="0"/>
                  </a:lnTo>
                  <a:cubicBezTo>
                    <a:pt x="4229608" y="0"/>
                    <a:pt x="4280916" y="50673"/>
                    <a:pt x="4280916" y="113411"/>
                  </a:cubicBezTo>
                  <a:lnTo>
                    <a:pt x="4274566" y="113411"/>
                  </a:lnTo>
                  <a:lnTo>
                    <a:pt x="4280916" y="113411"/>
                  </a:lnTo>
                  <a:lnTo>
                    <a:pt x="4280916" y="852424"/>
                  </a:lnTo>
                  <a:lnTo>
                    <a:pt x="4274566" y="852424"/>
                  </a:lnTo>
                  <a:lnTo>
                    <a:pt x="4280916" y="852424"/>
                  </a:lnTo>
                  <a:cubicBezTo>
                    <a:pt x="4280916" y="915162"/>
                    <a:pt x="4229608" y="965835"/>
                    <a:pt x="4166362" y="965835"/>
                  </a:cubicBezTo>
                  <a:lnTo>
                    <a:pt x="4166362" y="959485"/>
                  </a:lnTo>
                  <a:lnTo>
                    <a:pt x="4166362" y="965835"/>
                  </a:lnTo>
                  <a:lnTo>
                    <a:pt x="114554" y="965835"/>
                  </a:lnTo>
                  <a:lnTo>
                    <a:pt x="114554" y="959485"/>
                  </a:lnTo>
                  <a:lnTo>
                    <a:pt x="114554" y="965835"/>
                  </a:lnTo>
                  <a:cubicBezTo>
                    <a:pt x="51308" y="965835"/>
                    <a:pt x="0" y="915035"/>
                    <a:pt x="0" y="852424"/>
                  </a:cubicBezTo>
                  <a:lnTo>
                    <a:pt x="0" y="113411"/>
                  </a:lnTo>
                  <a:lnTo>
                    <a:pt x="6350" y="113411"/>
                  </a:lnTo>
                  <a:lnTo>
                    <a:pt x="0" y="113411"/>
                  </a:lnTo>
                  <a:moveTo>
                    <a:pt x="12700" y="113411"/>
                  </a:moveTo>
                  <a:lnTo>
                    <a:pt x="12700" y="852424"/>
                  </a:lnTo>
                  <a:lnTo>
                    <a:pt x="6350" y="852424"/>
                  </a:lnTo>
                  <a:lnTo>
                    <a:pt x="12700" y="852424"/>
                  </a:lnTo>
                  <a:cubicBezTo>
                    <a:pt x="12700" y="907923"/>
                    <a:pt x="58166" y="953135"/>
                    <a:pt x="114554" y="953135"/>
                  </a:cubicBezTo>
                  <a:lnTo>
                    <a:pt x="4166362" y="953135"/>
                  </a:lnTo>
                  <a:cubicBezTo>
                    <a:pt x="4222623" y="953135"/>
                    <a:pt x="4268216" y="907923"/>
                    <a:pt x="4268216" y="852424"/>
                  </a:cubicBezTo>
                  <a:lnTo>
                    <a:pt x="4268216" y="113411"/>
                  </a:lnTo>
                  <a:cubicBezTo>
                    <a:pt x="4268216" y="57912"/>
                    <a:pt x="4222750" y="12700"/>
                    <a:pt x="4166362" y="12700"/>
                  </a:cubicBezTo>
                  <a:lnTo>
                    <a:pt x="114554" y="12700"/>
                  </a:lnTo>
                  <a:lnTo>
                    <a:pt x="114554" y="6350"/>
                  </a:lnTo>
                  <a:lnTo>
                    <a:pt x="114554" y="12700"/>
                  </a:lnTo>
                  <a:cubicBezTo>
                    <a:pt x="58166" y="12700"/>
                    <a:pt x="12700" y="57912"/>
                    <a:pt x="12700" y="113411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749001" y="8354768"/>
            <a:ext cx="2509095" cy="33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Subject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73648" y="8168430"/>
            <a:ext cx="3210668" cy="724348"/>
            <a:chOff x="0" y="0"/>
            <a:chExt cx="4280891" cy="9657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4268216" cy="953135"/>
            </a:xfrm>
            <a:custGeom>
              <a:avLst/>
              <a:gdLst/>
              <a:ahLst/>
              <a:cxnLst/>
              <a:rect r="r" b="b" t="t" l="l"/>
              <a:pathLst>
                <a:path h="953135" w="4268216">
                  <a:moveTo>
                    <a:pt x="0" y="107061"/>
                  </a:moveTo>
                  <a:cubicBezTo>
                    <a:pt x="0" y="47879"/>
                    <a:pt x="48387" y="0"/>
                    <a:pt x="108204" y="0"/>
                  </a:cubicBezTo>
                  <a:lnTo>
                    <a:pt x="4160012" y="0"/>
                  </a:lnTo>
                  <a:cubicBezTo>
                    <a:pt x="4219702" y="0"/>
                    <a:pt x="4268216" y="47879"/>
                    <a:pt x="4268216" y="107061"/>
                  </a:cubicBezTo>
                  <a:lnTo>
                    <a:pt x="4268216" y="846074"/>
                  </a:lnTo>
                  <a:cubicBezTo>
                    <a:pt x="4268216" y="905256"/>
                    <a:pt x="4219829" y="953135"/>
                    <a:pt x="4160012" y="953135"/>
                  </a:cubicBezTo>
                  <a:lnTo>
                    <a:pt x="108204" y="953135"/>
                  </a:lnTo>
                  <a:cubicBezTo>
                    <a:pt x="48387" y="953135"/>
                    <a:pt x="0" y="905129"/>
                    <a:pt x="0" y="846074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80916" cy="965835"/>
            </a:xfrm>
            <a:custGeom>
              <a:avLst/>
              <a:gdLst/>
              <a:ahLst/>
              <a:cxnLst/>
              <a:rect r="r" b="b" t="t" l="l"/>
              <a:pathLst>
                <a:path h="965835" w="4280916">
                  <a:moveTo>
                    <a:pt x="0" y="113411"/>
                  </a:moveTo>
                  <a:cubicBezTo>
                    <a:pt x="0" y="50673"/>
                    <a:pt x="51308" y="0"/>
                    <a:pt x="114554" y="0"/>
                  </a:cubicBezTo>
                  <a:lnTo>
                    <a:pt x="4166362" y="0"/>
                  </a:lnTo>
                  <a:lnTo>
                    <a:pt x="4166362" y="6350"/>
                  </a:lnTo>
                  <a:lnTo>
                    <a:pt x="4166362" y="0"/>
                  </a:lnTo>
                  <a:cubicBezTo>
                    <a:pt x="4229608" y="0"/>
                    <a:pt x="4280916" y="50673"/>
                    <a:pt x="4280916" y="113411"/>
                  </a:cubicBezTo>
                  <a:lnTo>
                    <a:pt x="4274566" y="113411"/>
                  </a:lnTo>
                  <a:lnTo>
                    <a:pt x="4280916" y="113411"/>
                  </a:lnTo>
                  <a:lnTo>
                    <a:pt x="4280916" y="852424"/>
                  </a:lnTo>
                  <a:lnTo>
                    <a:pt x="4274566" y="852424"/>
                  </a:lnTo>
                  <a:lnTo>
                    <a:pt x="4280916" y="852424"/>
                  </a:lnTo>
                  <a:cubicBezTo>
                    <a:pt x="4280916" y="915162"/>
                    <a:pt x="4229608" y="965835"/>
                    <a:pt x="4166362" y="965835"/>
                  </a:cubicBezTo>
                  <a:lnTo>
                    <a:pt x="4166362" y="959485"/>
                  </a:lnTo>
                  <a:lnTo>
                    <a:pt x="4166362" y="965835"/>
                  </a:lnTo>
                  <a:lnTo>
                    <a:pt x="114554" y="965835"/>
                  </a:lnTo>
                  <a:lnTo>
                    <a:pt x="114554" y="959485"/>
                  </a:lnTo>
                  <a:lnTo>
                    <a:pt x="114554" y="965835"/>
                  </a:lnTo>
                  <a:cubicBezTo>
                    <a:pt x="51308" y="965835"/>
                    <a:pt x="0" y="915035"/>
                    <a:pt x="0" y="852424"/>
                  </a:cubicBezTo>
                  <a:lnTo>
                    <a:pt x="0" y="113411"/>
                  </a:lnTo>
                  <a:lnTo>
                    <a:pt x="6350" y="113411"/>
                  </a:lnTo>
                  <a:lnTo>
                    <a:pt x="0" y="113411"/>
                  </a:lnTo>
                  <a:moveTo>
                    <a:pt x="12700" y="113411"/>
                  </a:moveTo>
                  <a:lnTo>
                    <a:pt x="12700" y="852424"/>
                  </a:lnTo>
                  <a:lnTo>
                    <a:pt x="6350" y="852424"/>
                  </a:lnTo>
                  <a:lnTo>
                    <a:pt x="12700" y="852424"/>
                  </a:lnTo>
                  <a:cubicBezTo>
                    <a:pt x="12700" y="907923"/>
                    <a:pt x="58166" y="953135"/>
                    <a:pt x="114554" y="953135"/>
                  </a:cubicBezTo>
                  <a:lnTo>
                    <a:pt x="4166362" y="953135"/>
                  </a:lnTo>
                  <a:cubicBezTo>
                    <a:pt x="4222623" y="953135"/>
                    <a:pt x="4268216" y="907923"/>
                    <a:pt x="4268216" y="852424"/>
                  </a:cubicBezTo>
                  <a:lnTo>
                    <a:pt x="4268216" y="113411"/>
                  </a:lnTo>
                  <a:cubicBezTo>
                    <a:pt x="4268216" y="57912"/>
                    <a:pt x="4222750" y="12700"/>
                    <a:pt x="4166362" y="12700"/>
                  </a:cubicBezTo>
                  <a:lnTo>
                    <a:pt x="114554" y="12700"/>
                  </a:lnTo>
                  <a:lnTo>
                    <a:pt x="114554" y="6350"/>
                  </a:lnTo>
                  <a:lnTo>
                    <a:pt x="114554" y="12700"/>
                  </a:lnTo>
                  <a:cubicBezTo>
                    <a:pt x="58166" y="12700"/>
                    <a:pt x="12700" y="57912"/>
                    <a:pt x="12700" y="113411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079036" y="8354768"/>
            <a:ext cx="2509095" cy="33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Task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03684" y="8168430"/>
            <a:ext cx="3210668" cy="724348"/>
            <a:chOff x="0" y="0"/>
            <a:chExt cx="4280891" cy="9657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4268216" cy="953135"/>
            </a:xfrm>
            <a:custGeom>
              <a:avLst/>
              <a:gdLst/>
              <a:ahLst/>
              <a:cxnLst/>
              <a:rect r="r" b="b" t="t" l="l"/>
              <a:pathLst>
                <a:path h="953135" w="4268216">
                  <a:moveTo>
                    <a:pt x="0" y="107061"/>
                  </a:moveTo>
                  <a:cubicBezTo>
                    <a:pt x="0" y="47879"/>
                    <a:pt x="48387" y="0"/>
                    <a:pt x="108204" y="0"/>
                  </a:cubicBezTo>
                  <a:lnTo>
                    <a:pt x="4160012" y="0"/>
                  </a:lnTo>
                  <a:cubicBezTo>
                    <a:pt x="4219702" y="0"/>
                    <a:pt x="4268216" y="47879"/>
                    <a:pt x="4268216" y="107061"/>
                  </a:cubicBezTo>
                  <a:lnTo>
                    <a:pt x="4268216" y="846074"/>
                  </a:lnTo>
                  <a:cubicBezTo>
                    <a:pt x="4268216" y="905256"/>
                    <a:pt x="4219829" y="953135"/>
                    <a:pt x="4160012" y="953135"/>
                  </a:cubicBezTo>
                  <a:lnTo>
                    <a:pt x="108204" y="953135"/>
                  </a:lnTo>
                  <a:cubicBezTo>
                    <a:pt x="48387" y="953135"/>
                    <a:pt x="0" y="905129"/>
                    <a:pt x="0" y="846074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80916" cy="965835"/>
            </a:xfrm>
            <a:custGeom>
              <a:avLst/>
              <a:gdLst/>
              <a:ahLst/>
              <a:cxnLst/>
              <a:rect r="r" b="b" t="t" l="l"/>
              <a:pathLst>
                <a:path h="965835" w="4280916">
                  <a:moveTo>
                    <a:pt x="0" y="113411"/>
                  </a:moveTo>
                  <a:cubicBezTo>
                    <a:pt x="0" y="50673"/>
                    <a:pt x="51308" y="0"/>
                    <a:pt x="114554" y="0"/>
                  </a:cubicBezTo>
                  <a:lnTo>
                    <a:pt x="4166362" y="0"/>
                  </a:lnTo>
                  <a:lnTo>
                    <a:pt x="4166362" y="6350"/>
                  </a:lnTo>
                  <a:lnTo>
                    <a:pt x="4166362" y="0"/>
                  </a:lnTo>
                  <a:cubicBezTo>
                    <a:pt x="4229608" y="0"/>
                    <a:pt x="4280916" y="50673"/>
                    <a:pt x="4280916" y="113411"/>
                  </a:cubicBezTo>
                  <a:lnTo>
                    <a:pt x="4274566" y="113411"/>
                  </a:lnTo>
                  <a:lnTo>
                    <a:pt x="4280916" y="113411"/>
                  </a:lnTo>
                  <a:lnTo>
                    <a:pt x="4280916" y="852424"/>
                  </a:lnTo>
                  <a:lnTo>
                    <a:pt x="4274566" y="852424"/>
                  </a:lnTo>
                  <a:lnTo>
                    <a:pt x="4280916" y="852424"/>
                  </a:lnTo>
                  <a:cubicBezTo>
                    <a:pt x="4280916" y="915162"/>
                    <a:pt x="4229608" y="965835"/>
                    <a:pt x="4166362" y="965835"/>
                  </a:cubicBezTo>
                  <a:lnTo>
                    <a:pt x="4166362" y="959485"/>
                  </a:lnTo>
                  <a:lnTo>
                    <a:pt x="4166362" y="965835"/>
                  </a:lnTo>
                  <a:lnTo>
                    <a:pt x="114554" y="965835"/>
                  </a:lnTo>
                  <a:lnTo>
                    <a:pt x="114554" y="959485"/>
                  </a:lnTo>
                  <a:lnTo>
                    <a:pt x="114554" y="965835"/>
                  </a:lnTo>
                  <a:cubicBezTo>
                    <a:pt x="51308" y="965835"/>
                    <a:pt x="0" y="915035"/>
                    <a:pt x="0" y="852424"/>
                  </a:cubicBezTo>
                  <a:lnTo>
                    <a:pt x="0" y="113411"/>
                  </a:lnTo>
                  <a:lnTo>
                    <a:pt x="6350" y="113411"/>
                  </a:lnTo>
                  <a:lnTo>
                    <a:pt x="0" y="113411"/>
                  </a:lnTo>
                  <a:moveTo>
                    <a:pt x="12700" y="113411"/>
                  </a:moveTo>
                  <a:lnTo>
                    <a:pt x="12700" y="852424"/>
                  </a:lnTo>
                  <a:lnTo>
                    <a:pt x="6350" y="852424"/>
                  </a:lnTo>
                  <a:lnTo>
                    <a:pt x="12700" y="852424"/>
                  </a:lnTo>
                  <a:cubicBezTo>
                    <a:pt x="12700" y="907923"/>
                    <a:pt x="58166" y="953135"/>
                    <a:pt x="114554" y="953135"/>
                  </a:cubicBezTo>
                  <a:lnTo>
                    <a:pt x="4166362" y="953135"/>
                  </a:lnTo>
                  <a:cubicBezTo>
                    <a:pt x="4222623" y="953135"/>
                    <a:pt x="4268216" y="907923"/>
                    <a:pt x="4268216" y="852424"/>
                  </a:cubicBezTo>
                  <a:lnTo>
                    <a:pt x="4268216" y="113411"/>
                  </a:lnTo>
                  <a:cubicBezTo>
                    <a:pt x="4268216" y="57912"/>
                    <a:pt x="4222750" y="12700"/>
                    <a:pt x="4166362" y="12700"/>
                  </a:cubicBezTo>
                  <a:lnTo>
                    <a:pt x="114554" y="12700"/>
                  </a:lnTo>
                  <a:lnTo>
                    <a:pt x="114554" y="6350"/>
                  </a:lnTo>
                  <a:lnTo>
                    <a:pt x="114554" y="12700"/>
                  </a:lnTo>
                  <a:cubicBezTo>
                    <a:pt x="58166" y="12700"/>
                    <a:pt x="12700" y="57912"/>
                    <a:pt x="12700" y="113411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409062" y="8354768"/>
            <a:ext cx="2509095" cy="33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StudySession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533709" y="8168430"/>
            <a:ext cx="3210668" cy="724348"/>
            <a:chOff x="0" y="0"/>
            <a:chExt cx="4280891" cy="965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4268216" cy="953135"/>
            </a:xfrm>
            <a:custGeom>
              <a:avLst/>
              <a:gdLst/>
              <a:ahLst/>
              <a:cxnLst/>
              <a:rect r="r" b="b" t="t" l="l"/>
              <a:pathLst>
                <a:path h="953135" w="4268216">
                  <a:moveTo>
                    <a:pt x="0" y="107061"/>
                  </a:moveTo>
                  <a:cubicBezTo>
                    <a:pt x="0" y="47879"/>
                    <a:pt x="48387" y="0"/>
                    <a:pt x="108204" y="0"/>
                  </a:cubicBezTo>
                  <a:lnTo>
                    <a:pt x="4160012" y="0"/>
                  </a:lnTo>
                  <a:cubicBezTo>
                    <a:pt x="4219702" y="0"/>
                    <a:pt x="4268216" y="47879"/>
                    <a:pt x="4268216" y="107061"/>
                  </a:cubicBezTo>
                  <a:lnTo>
                    <a:pt x="4268216" y="846074"/>
                  </a:lnTo>
                  <a:cubicBezTo>
                    <a:pt x="4268216" y="905256"/>
                    <a:pt x="4219829" y="953135"/>
                    <a:pt x="4160012" y="953135"/>
                  </a:cubicBezTo>
                  <a:lnTo>
                    <a:pt x="108204" y="953135"/>
                  </a:lnTo>
                  <a:cubicBezTo>
                    <a:pt x="48387" y="953135"/>
                    <a:pt x="0" y="905129"/>
                    <a:pt x="0" y="846074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80916" cy="965835"/>
            </a:xfrm>
            <a:custGeom>
              <a:avLst/>
              <a:gdLst/>
              <a:ahLst/>
              <a:cxnLst/>
              <a:rect r="r" b="b" t="t" l="l"/>
              <a:pathLst>
                <a:path h="965835" w="4280916">
                  <a:moveTo>
                    <a:pt x="0" y="113411"/>
                  </a:moveTo>
                  <a:cubicBezTo>
                    <a:pt x="0" y="50673"/>
                    <a:pt x="51308" y="0"/>
                    <a:pt x="114554" y="0"/>
                  </a:cubicBezTo>
                  <a:lnTo>
                    <a:pt x="4166362" y="0"/>
                  </a:lnTo>
                  <a:lnTo>
                    <a:pt x="4166362" y="6350"/>
                  </a:lnTo>
                  <a:lnTo>
                    <a:pt x="4166362" y="0"/>
                  </a:lnTo>
                  <a:cubicBezTo>
                    <a:pt x="4229608" y="0"/>
                    <a:pt x="4280916" y="50673"/>
                    <a:pt x="4280916" y="113411"/>
                  </a:cubicBezTo>
                  <a:lnTo>
                    <a:pt x="4274566" y="113411"/>
                  </a:lnTo>
                  <a:lnTo>
                    <a:pt x="4280916" y="113411"/>
                  </a:lnTo>
                  <a:lnTo>
                    <a:pt x="4280916" y="852424"/>
                  </a:lnTo>
                  <a:lnTo>
                    <a:pt x="4274566" y="852424"/>
                  </a:lnTo>
                  <a:lnTo>
                    <a:pt x="4280916" y="852424"/>
                  </a:lnTo>
                  <a:cubicBezTo>
                    <a:pt x="4280916" y="915162"/>
                    <a:pt x="4229608" y="965835"/>
                    <a:pt x="4166362" y="965835"/>
                  </a:cubicBezTo>
                  <a:lnTo>
                    <a:pt x="4166362" y="959485"/>
                  </a:lnTo>
                  <a:lnTo>
                    <a:pt x="4166362" y="965835"/>
                  </a:lnTo>
                  <a:lnTo>
                    <a:pt x="114554" y="965835"/>
                  </a:lnTo>
                  <a:lnTo>
                    <a:pt x="114554" y="959485"/>
                  </a:lnTo>
                  <a:lnTo>
                    <a:pt x="114554" y="965835"/>
                  </a:lnTo>
                  <a:cubicBezTo>
                    <a:pt x="51308" y="965835"/>
                    <a:pt x="0" y="915035"/>
                    <a:pt x="0" y="852424"/>
                  </a:cubicBezTo>
                  <a:lnTo>
                    <a:pt x="0" y="113411"/>
                  </a:lnTo>
                  <a:lnTo>
                    <a:pt x="6350" y="113411"/>
                  </a:lnTo>
                  <a:lnTo>
                    <a:pt x="0" y="113411"/>
                  </a:lnTo>
                  <a:moveTo>
                    <a:pt x="12700" y="113411"/>
                  </a:moveTo>
                  <a:lnTo>
                    <a:pt x="12700" y="852424"/>
                  </a:lnTo>
                  <a:lnTo>
                    <a:pt x="6350" y="852424"/>
                  </a:lnTo>
                  <a:lnTo>
                    <a:pt x="12700" y="852424"/>
                  </a:lnTo>
                  <a:cubicBezTo>
                    <a:pt x="12700" y="907923"/>
                    <a:pt x="58166" y="953135"/>
                    <a:pt x="114554" y="953135"/>
                  </a:cubicBezTo>
                  <a:lnTo>
                    <a:pt x="4166362" y="953135"/>
                  </a:lnTo>
                  <a:cubicBezTo>
                    <a:pt x="4222623" y="953135"/>
                    <a:pt x="4268216" y="907923"/>
                    <a:pt x="4268216" y="852424"/>
                  </a:cubicBezTo>
                  <a:lnTo>
                    <a:pt x="4268216" y="113411"/>
                  </a:lnTo>
                  <a:cubicBezTo>
                    <a:pt x="4268216" y="57912"/>
                    <a:pt x="4222750" y="12700"/>
                    <a:pt x="4166362" y="12700"/>
                  </a:cubicBezTo>
                  <a:lnTo>
                    <a:pt x="114554" y="12700"/>
                  </a:lnTo>
                  <a:lnTo>
                    <a:pt x="114554" y="6350"/>
                  </a:lnTo>
                  <a:lnTo>
                    <a:pt x="114554" y="12700"/>
                  </a:lnTo>
                  <a:cubicBezTo>
                    <a:pt x="58166" y="12700"/>
                    <a:pt x="12700" y="57912"/>
                    <a:pt x="12700" y="113411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739097" y="8354768"/>
            <a:ext cx="2509095" cy="33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Grade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543623" y="9012136"/>
            <a:ext cx="6540703" cy="724348"/>
            <a:chOff x="0" y="0"/>
            <a:chExt cx="8720938" cy="9657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8708263" cy="953135"/>
            </a:xfrm>
            <a:custGeom>
              <a:avLst/>
              <a:gdLst/>
              <a:ahLst/>
              <a:cxnLst/>
              <a:rect r="r" b="b" t="t" l="l"/>
              <a:pathLst>
                <a:path h="953135" w="8708263">
                  <a:moveTo>
                    <a:pt x="0" y="107061"/>
                  </a:moveTo>
                  <a:cubicBezTo>
                    <a:pt x="0" y="47879"/>
                    <a:pt x="48514" y="0"/>
                    <a:pt x="108331" y="0"/>
                  </a:cubicBezTo>
                  <a:lnTo>
                    <a:pt x="8599932" y="0"/>
                  </a:lnTo>
                  <a:cubicBezTo>
                    <a:pt x="8659749" y="0"/>
                    <a:pt x="8708263" y="47879"/>
                    <a:pt x="8708263" y="107061"/>
                  </a:cubicBezTo>
                  <a:lnTo>
                    <a:pt x="8708263" y="846074"/>
                  </a:lnTo>
                  <a:cubicBezTo>
                    <a:pt x="8708263" y="905256"/>
                    <a:pt x="8659749" y="953135"/>
                    <a:pt x="8599932" y="953135"/>
                  </a:cubicBezTo>
                  <a:lnTo>
                    <a:pt x="108331" y="953135"/>
                  </a:lnTo>
                  <a:cubicBezTo>
                    <a:pt x="48514" y="953135"/>
                    <a:pt x="0" y="905129"/>
                    <a:pt x="0" y="846074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20963" cy="965835"/>
            </a:xfrm>
            <a:custGeom>
              <a:avLst/>
              <a:gdLst/>
              <a:ahLst/>
              <a:cxnLst/>
              <a:rect r="r" b="b" t="t" l="l"/>
              <a:pathLst>
                <a:path h="965835" w="8720963">
                  <a:moveTo>
                    <a:pt x="0" y="113411"/>
                  </a:moveTo>
                  <a:cubicBezTo>
                    <a:pt x="0" y="50673"/>
                    <a:pt x="51435" y="0"/>
                    <a:pt x="114681" y="0"/>
                  </a:cubicBezTo>
                  <a:lnTo>
                    <a:pt x="8606282" y="0"/>
                  </a:lnTo>
                  <a:lnTo>
                    <a:pt x="8606282" y="6350"/>
                  </a:lnTo>
                  <a:lnTo>
                    <a:pt x="8606282" y="0"/>
                  </a:lnTo>
                  <a:cubicBezTo>
                    <a:pt x="8669527" y="0"/>
                    <a:pt x="8720963" y="50673"/>
                    <a:pt x="8720963" y="113411"/>
                  </a:cubicBezTo>
                  <a:lnTo>
                    <a:pt x="8714613" y="113411"/>
                  </a:lnTo>
                  <a:lnTo>
                    <a:pt x="8720963" y="113411"/>
                  </a:lnTo>
                  <a:lnTo>
                    <a:pt x="8720963" y="852424"/>
                  </a:lnTo>
                  <a:lnTo>
                    <a:pt x="8714613" y="852424"/>
                  </a:lnTo>
                  <a:lnTo>
                    <a:pt x="8720963" y="852424"/>
                  </a:lnTo>
                  <a:cubicBezTo>
                    <a:pt x="8720963" y="915162"/>
                    <a:pt x="8669527" y="965835"/>
                    <a:pt x="8606282" y="965835"/>
                  </a:cubicBezTo>
                  <a:lnTo>
                    <a:pt x="8606282" y="959485"/>
                  </a:lnTo>
                  <a:lnTo>
                    <a:pt x="8606282" y="965835"/>
                  </a:lnTo>
                  <a:lnTo>
                    <a:pt x="114681" y="965835"/>
                  </a:lnTo>
                  <a:lnTo>
                    <a:pt x="114681" y="959485"/>
                  </a:lnTo>
                  <a:lnTo>
                    <a:pt x="114681" y="965835"/>
                  </a:lnTo>
                  <a:cubicBezTo>
                    <a:pt x="51435" y="965835"/>
                    <a:pt x="0" y="915035"/>
                    <a:pt x="0" y="852424"/>
                  </a:cubicBezTo>
                  <a:lnTo>
                    <a:pt x="0" y="113411"/>
                  </a:lnTo>
                  <a:lnTo>
                    <a:pt x="6350" y="113411"/>
                  </a:lnTo>
                  <a:lnTo>
                    <a:pt x="0" y="113411"/>
                  </a:lnTo>
                  <a:moveTo>
                    <a:pt x="12700" y="113411"/>
                  </a:moveTo>
                  <a:lnTo>
                    <a:pt x="12700" y="852424"/>
                  </a:lnTo>
                  <a:lnTo>
                    <a:pt x="6350" y="852424"/>
                  </a:lnTo>
                  <a:lnTo>
                    <a:pt x="12700" y="852424"/>
                  </a:lnTo>
                  <a:cubicBezTo>
                    <a:pt x="12700" y="907923"/>
                    <a:pt x="58293" y="953135"/>
                    <a:pt x="114681" y="953135"/>
                  </a:cubicBezTo>
                  <a:lnTo>
                    <a:pt x="8606282" y="953135"/>
                  </a:lnTo>
                  <a:cubicBezTo>
                    <a:pt x="8662670" y="953135"/>
                    <a:pt x="8708263" y="907923"/>
                    <a:pt x="8708263" y="852424"/>
                  </a:cubicBezTo>
                  <a:lnTo>
                    <a:pt x="8708263" y="113411"/>
                  </a:lnTo>
                  <a:cubicBezTo>
                    <a:pt x="8708263" y="57912"/>
                    <a:pt x="8662670" y="12700"/>
                    <a:pt x="8606282" y="12700"/>
                  </a:cubicBezTo>
                  <a:lnTo>
                    <a:pt x="114681" y="12700"/>
                  </a:lnTo>
                  <a:lnTo>
                    <a:pt x="114681" y="6350"/>
                  </a:lnTo>
                  <a:lnTo>
                    <a:pt x="114681" y="12700"/>
                  </a:lnTo>
                  <a:cubicBezTo>
                    <a:pt x="58293" y="12700"/>
                    <a:pt x="12700" y="57912"/>
                    <a:pt x="12700" y="113411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749001" y="9198473"/>
            <a:ext cx="2509095" cy="33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Note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03684" y="9012136"/>
            <a:ext cx="6540703" cy="724348"/>
            <a:chOff x="0" y="0"/>
            <a:chExt cx="8720938" cy="9657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8708263" cy="953135"/>
            </a:xfrm>
            <a:custGeom>
              <a:avLst/>
              <a:gdLst/>
              <a:ahLst/>
              <a:cxnLst/>
              <a:rect r="r" b="b" t="t" l="l"/>
              <a:pathLst>
                <a:path h="953135" w="8708263">
                  <a:moveTo>
                    <a:pt x="0" y="107061"/>
                  </a:moveTo>
                  <a:cubicBezTo>
                    <a:pt x="0" y="47879"/>
                    <a:pt x="48514" y="0"/>
                    <a:pt x="108331" y="0"/>
                  </a:cubicBezTo>
                  <a:lnTo>
                    <a:pt x="8599932" y="0"/>
                  </a:lnTo>
                  <a:cubicBezTo>
                    <a:pt x="8659749" y="0"/>
                    <a:pt x="8708263" y="47879"/>
                    <a:pt x="8708263" y="107061"/>
                  </a:cubicBezTo>
                  <a:lnTo>
                    <a:pt x="8708263" y="846074"/>
                  </a:lnTo>
                  <a:cubicBezTo>
                    <a:pt x="8708263" y="905256"/>
                    <a:pt x="8659749" y="953135"/>
                    <a:pt x="8599932" y="953135"/>
                  </a:cubicBezTo>
                  <a:lnTo>
                    <a:pt x="108331" y="953135"/>
                  </a:lnTo>
                  <a:cubicBezTo>
                    <a:pt x="48514" y="953135"/>
                    <a:pt x="0" y="905129"/>
                    <a:pt x="0" y="846074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20963" cy="965835"/>
            </a:xfrm>
            <a:custGeom>
              <a:avLst/>
              <a:gdLst/>
              <a:ahLst/>
              <a:cxnLst/>
              <a:rect r="r" b="b" t="t" l="l"/>
              <a:pathLst>
                <a:path h="965835" w="8720963">
                  <a:moveTo>
                    <a:pt x="0" y="113411"/>
                  </a:moveTo>
                  <a:cubicBezTo>
                    <a:pt x="0" y="50673"/>
                    <a:pt x="51435" y="0"/>
                    <a:pt x="114681" y="0"/>
                  </a:cubicBezTo>
                  <a:lnTo>
                    <a:pt x="8606282" y="0"/>
                  </a:lnTo>
                  <a:lnTo>
                    <a:pt x="8606282" y="6350"/>
                  </a:lnTo>
                  <a:lnTo>
                    <a:pt x="8606282" y="0"/>
                  </a:lnTo>
                  <a:cubicBezTo>
                    <a:pt x="8669527" y="0"/>
                    <a:pt x="8720963" y="50673"/>
                    <a:pt x="8720963" y="113411"/>
                  </a:cubicBezTo>
                  <a:lnTo>
                    <a:pt x="8714613" y="113411"/>
                  </a:lnTo>
                  <a:lnTo>
                    <a:pt x="8720963" y="113411"/>
                  </a:lnTo>
                  <a:lnTo>
                    <a:pt x="8720963" y="852424"/>
                  </a:lnTo>
                  <a:lnTo>
                    <a:pt x="8714613" y="852424"/>
                  </a:lnTo>
                  <a:lnTo>
                    <a:pt x="8720963" y="852424"/>
                  </a:lnTo>
                  <a:cubicBezTo>
                    <a:pt x="8720963" y="915162"/>
                    <a:pt x="8669527" y="965835"/>
                    <a:pt x="8606282" y="965835"/>
                  </a:cubicBezTo>
                  <a:lnTo>
                    <a:pt x="8606282" y="959485"/>
                  </a:lnTo>
                  <a:lnTo>
                    <a:pt x="8606282" y="965835"/>
                  </a:lnTo>
                  <a:lnTo>
                    <a:pt x="114681" y="965835"/>
                  </a:lnTo>
                  <a:lnTo>
                    <a:pt x="114681" y="959485"/>
                  </a:lnTo>
                  <a:lnTo>
                    <a:pt x="114681" y="965835"/>
                  </a:lnTo>
                  <a:cubicBezTo>
                    <a:pt x="51435" y="965835"/>
                    <a:pt x="0" y="915035"/>
                    <a:pt x="0" y="852424"/>
                  </a:cubicBezTo>
                  <a:lnTo>
                    <a:pt x="0" y="113411"/>
                  </a:lnTo>
                  <a:lnTo>
                    <a:pt x="6350" y="113411"/>
                  </a:lnTo>
                  <a:lnTo>
                    <a:pt x="0" y="113411"/>
                  </a:lnTo>
                  <a:moveTo>
                    <a:pt x="12700" y="113411"/>
                  </a:moveTo>
                  <a:lnTo>
                    <a:pt x="12700" y="852424"/>
                  </a:lnTo>
                  <a:lnTo>
                    <a:pt x="6350" y="852424"/>
                  </a:lnTo>
                  <a:lnTo>
                    <a:pt x="12700" y="852424"/>
                  </a:lnTo>
                  <a:cubicBezTo>
                    <a:pt x="12700" y="907923"/>
                    <a:pt x="58293" y="953135"/>
                    <a:pt x="114681" y="953135"/>
                  </a:cubicBezTo>
                  <a:lnTo>
                    <a:pt x="8606282" y="953135"/>
                  </a:lnTo>
                  <a:cubicBezTo>
                    <a:pt x="8662670" y="953135"/>
                    <a:pt x="8708263" y="907923"/>
                    <a:pt x="8708263" y="852424"/>
                  </a:cubicBezTo>
                  <a:lnTo>
                    <a:pt x="8708263" y="113411"/>
                  </a:lnTo>
                  <a:cubicBezTo>
                    <a:pt x="8708263" y="57912"/>
                    <a:pt x="8662670" y="12700"/>
                    <a:pt x="8606282" y="12700"/>
                  </a:cubicBezTo>
                  <a:lnTo>
                    <a:pt x="114681" y="12700"/>
                  </a:lnTo>
                  <a:lnTo>
                    <a:pt x="114681" y="6350"/>
                  </a:lnTo>
                  <a:lnTo>
                    <a:pt x="114681" y="12700"/>
                  </a:lnTo>
                  <a:cubicBezTo>
                    <a:pt x="58293" y="12700"/>
                    <a:pt x="12700" y="57912"/>
                    <a:pt x="12700" y="113411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409062" y="9198473"/>
            <a:ext cx="2509095" cy="33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ScheduleItem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83411" y="985837"/>
            <a:ext cx="7359853" cy="91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Challenges &amp; Solutions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83411" y="2667591"/>
            <a:ext cx="4666212" cy="3589287"/>
            <a:chOff x="0" y="0"/>
            <a:chExt cx="6221616" cy="47857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21603" cy="4785741"/>
            </a:xfrm>
            <a:custGeom>
              <a:avLst/>
              <a:gdLst/>
              <a:ahLst/>
              <a:cxnLst/>
              <a:rect r="r" b="b" t="t" l="l"/>
              <a:pathLst>
                <a:path h="4785741" w="622160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038723" y="0"/>
                  </a:lnTo>
                  <a:cubicBezTo>
                    <a:pt x="6139688" y="0"/>
                    <a:pt x="6221603" y="81915"/>
                    <a:pt x="6221603" y="182880"/>
                  </a:cubicBezTo>
                  <a:lnTo>
                    <a:pt x="6221603" y="4602861"/>
                  </a:lnTo>
                  <a:cubicBezTo>
                    <a:pt x="6221603" y="4703826"/>
                    <a:pt x="6139688" y="4785741"/>
                    <a:pt x="6038723" y="4785741"/>
                  </a:cubicBezTo>
                  <a:lnTo>
                    <a:pt x="182880" y="4785741"/>
                  </a:lnTo>
                  <a:cubicBezTo>
                    <a:pt x="81915" y="4785741"/>
                    <a:pt x="0" y="4703826"/>
                    <a:pt x="0" y="460286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783411" y="2639016"/>
            <a:ext cx="4666212" cy="114300"/>
            <a:chOff x="0" y="0"/>
            <a:chExt cx="6221616" cy="15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21603" cy="152400"/>
            </a:xfrm>
            <a:custGeom>
              <a:avLst/>
              <a:gdLst/>
              <a:ahLst/>
              <a:cxnLst/>
              <a:rect r="r" b="b" t="t" l="l"/>
              <a:pathLst>
                <a:path h="152400" w="6221603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6145403" y="0"/>
                  </a:lnTo>
                  <a:cubicBezTo>
                    <a:pt x="6187440" y="0"/>
                    <a:pt x="6221603" y="34163"/>
                    <a:pt x="6221603" y="76200"/>
                  </a:cubicBezTo>
                  <a:cubicBezTo>
                    <a:pt x="6221603" y="118237"/>
                    <a:pt x="6187440" y="152400"/>
                    <a:pt x="6145403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19815" y="2270970"/>
            <a:ext cx="793252" cy="793252"/>
            <a:chOff x="0" y="0"/>
            <a:chExt cx="1057669" cy="10576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7656" cy="1057656"/>
            </a:xfrm>
            <a:custGeom>
              <a:avLst/>
              <a:gdLst/>
              <a:ahLst/>
              <a:cxnLst/>
              <a:rect r="r" b="b" t="t" l="l"/>
              <a:pathLst>
                <a:path h="1057656" w="1057656">
                  <a:moveTo>
                    <a:pt x="0" y="528828"/>
                  </a:moveTo>
                  <a:cubicBezTo>
                    <a:pt x="0" y="236728"/>
                    <a:pt x="236728" y="0"/>
                    <a:pt x="528828" y="0"/>
                  </a:cubicBezTo>
                  <a:cubicBezTo>
                    <a:pt x="820928" y="0"/>
                    <a:pt x="1057656" y="236728"/>
                    <a:pt x="1057656" y="528828"/>
                  </a:cubicBezTo>
                  <a:cubicBezTo>
                    <a:pt x="1057656" y="820928"/>
                    <a:pt x="820928" y="1057656"/>
                    <a:pt x="528828" y="1057656"/>
                  </a:cubicBezTo>
                  <a:cubicBezTo>
                    <a:pt x="236728" y="1057656"/>
                    <a:pt x="0" y="820928"/>
                    <a:pt x="0" y="528828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57797" y="2364429"/>
            <a:ext cx="317297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437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76305" y="3309490"/>
            <a:ext cx="3782168" cy="45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SwiftData Context Issue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76305" y="3834108"/>
            <a:ext cx="4080424" cy="212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Problem:</a:t>
            </a: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Multiple ModelContexts caused data inconsistency </a:t>
            </a: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Fix:</a:t>
            </a: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Shared ModelContainer injected via environment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696234" y="2667591"/>
            <a:ext cx="4666355" cy="3589287"/>
            <a:chOff x="0" y="0"/>
            <a:chExt cx="6221806" cy="47857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21857" cy="4785741"/>
            </a:xfrm>
            <a:custGeom>
              <a:avLst/>
              <a:gdLst/>
              <a:ahLst/>
              <a:cxnLst/>
              <a:rect r="r" b="b" t="t" l="l"/>
              <a:pathLst>
                <a:path h="4785741" w="622185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038977" y="0"/>
                  </a:lnTo>
                  <a:cubicBezTo>
                    <a:pt x="6139942" y="0"/>
                    <a:pt x="6221857" y="81915"/>
                    <a:pt x="6221857" y="182880"/>
                  </a:cubicBezTo>
                  <a:lnTo>
                    <a:pt x="6221857" y="4602861"/>
                  </a:lnTo>
                  <a:cubicBezTo>
                    <a:pt x="6221857" y="4703826"/>
                    <a:pt x="6139942" y="4785741"/>
                    <a:pt x="6038977" y="4785741"/>
                  </a:cubicBezTo>
                  <a:lnTo>
                    <a:pt x="182880" y="4785741"/>
                  </a:lnTo>
                  <a:cubicBezTo>
                    <a:pt x="81915" y="4785741"/>
                    <a:pt x="0" y="4703826"/>
                    <a:pt x="0" y="460286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96234" y="2639016"/>
            <a:ext cx="4666355" cy="114300"/>
            <a:chOff x="0" y="0"/>
            <a:chExt cx="6221806" cy="152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21857" cy="152400"/>
            </a:xfrm>
            <a:custGeom>
              <a:avLst/>
              <a:gdLst/>
              <a:ahLst/>
              <a:cxnLst/>
              <a:rect r="r" b="b" t="t" l="l"/>
              <a:pathLst>
                <a:path h="152400" w="6221857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6145657" y="0"/>
                  </a:lnTo>
                  <a:cubicBezTo>
                    <a:pt x="6187694" y="0"/>
                    <a:pt x="6221857" y="34163"/>
                    <a:pt x="6221857" y="76200"/>
                  </a:cubicBezTo>
                  <a:cubicBezTo>
                    <a:pt x="6221857" y="118237"/>
                    <a:pt x="6187694" y="152400"/>
                    <a:pt x="6145657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632781" y="2270970"/>
            <a:ext cx="793252" cy="793252"/>
            <a:chOff x="0" y="0"/>
            <a:chExt cx="1057669" cy="10576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7656" cy="1057656"/>
            </a:xfrm>
            <a:custGeom>
              <a:avLst/>
              <a:gdLst/>
              <a:ahLst/>
              <a:cxnLst/>
              <a:rect r="r" b="b" t="t" l="l"/>
              <a:pathLst>
                <a:path h="1057656" w="1057656">
                  <a:moveTo>
                    <a:pt x="0" y="528828"/>
                  </a:moveTo>
                  <a:cubicBezTo>
                    <a:pt x="0" y="236728"/>
                    <a:pt x="236728" y="0"/>
                    <a:pt x="528828" y="0"/>
                  </a:cubicBezTo>
                  <a:cubicBezTo>
                    <a:pt x="820928" y="0"/>
                    <a:pt x="1057656" y="236728"/>
                    <a:pt x="1057656" y="528828"/>
                  </a:cubicBezTo>
                  <a:cubicBezTo>
                    <a:pt x="1057656" y="820928"/>
                    <a:pt x="820928" y="1057656"/>
                    <a:pt x="528828" y="1057656"/>
                  </a:cubicBezTo>
                  <a:cubicBezTo>
                    <a:pt x="236728" y="1057656"/>
                    <a:pt x="0" y="820928"/>
                    <a:pt x="0" y="528828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870754" y="2364429"/>
            <a:ext cx="317297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437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89128" y="3309490"/>
            <a:ext cx="3470672" cy="45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Timer Persistence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89128" y="3834108"/>
            <a:ext cx="4080567" cy="171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Problem:</a:t>
            </a: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Timer state lost on app suspend </a:t>
            </a: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Fix:</a:t>
            </a: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Persist session data every second to SwiftData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783411" y="6900120"/>
            <a:ext cx="9579178" cy="2353266"/>
            <a:chOff x="0" y="0"/>
            <a:chExt cx="12772238" cy="313768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72263" cy="3137662"/>
            </a:xfrm>
            <a:custGeom>
              <a:avLst/>
              <a:gdLst/>
              <a:ahLst/>
              <a:cxnLst/>
              <a:rect r="r" b="b" t="t" l="l"/>
              <a:pathLst>
                <a:path h="3137662" w="1277226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589383" y="0"/>
                  </a:lnTo>
                  <a:cubicBezTo>
                    <a:pt x="12690348" y="0"/>
                    <a:pt x="12772263" y="81915"/>
                    <a:pt x="12772263" y="182880"/>
                  </a:cubicBezTo>
                  <a:lnTo>
                    <a:pt x="12772263" y="2954782"/>
                  </a:lnTo>
                  <a:cubicBezTo>
                    <a:pt x="12772263" y="3055747"/>
                    <a:pt x="12690348" y="3137662"/>
                    <a:pt x="12589383" y="3137662"/>
                  </a:cubicBezTo>
                  <a:lnTo>
                    <a:pt x="182880" y="3137662"/>
                  </a:lnTo>
                  <a:cubicBezTo>
                    <a:pt x="81915" y="3137662"/>
                    <a:pt x="0" y="3055747"/>
                    <a:pt x="0" y="295478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783411" y="6871545"/>
            <a:ext cx="9579178" cy="114300"/>
            <a:chOff x="0" y="0"/>
            <a:chExt cx="12772238" cy="152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72263" cy="152400"/>
            </a:xfrm>
            <a:custGeom>
              <a:avLst/>
              <a:gdLst/>
              <a:ahLst/>
              <a:cxnLst/>
              <a:rect r="r" b="b" t="t" l="l"/>
              <a:pathLst>
                <a:path h="152400" w="12772263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2696063" y="0"/>
                  </a:lnTo>
                  <a:cubicBezTo>
                    <a:pt x="12738100" y="0"/>
                    <a:pt x="12772263" y="34163"/>
                    <a:pt x="12772263" y="76200"/>
                  </a:cubicBezTo>
                  <a:cubicBezTo>
                    <a:pt x="12772263" y="118237"/>
                    <a:pt x="12738100" y="152400"/>
                    <a:pt x="12696063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176369" y="6503489"/>
            <a:ext cx="793252" cy="793252"/>
            <a:chOff x="0" y="0"/>
            <a:chExt cx="1057669" cy="10576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7656" cy="1057656"/>
            </a:xfrm>
            <a:custGeom>
              <a:avLst/>
              <a:gdLst/>
              <a:ahLst/>
              <a:cxnLst/>
              <a:rect r="r" b="b" t="t" l="l"/>
              <a:pathLst>
                <a:path h="1057656" w="1057656">
                  <a:moveTo>
                    <a:pt x="0" y="528828"/>
                  </a:moveTo>
                  <a:cubicBezTo>
                    <a:pt x="0" y="236728"/>
                    <a:pt x="236728" y="0"/>
                    <a:pt x="528828" y="0"/>
                  </a:cubicBezTo>
                  <a:cubicBezTo>
                    <a:pt x="820928" y="0"/>
                    <a:pt x="1057656" y="236728"/>
                    <a:pt x="1057656" y="528828"/>
                  </a:cubicBezTo>
                  <a:cubicBezTo>
                    <a:pt x="1057656" y="820928"/>
                    <a:pt x="820928" y="1057656"/>
                    <a:pt x="528828" y="1057656"/>
                  </a:cubicBezTo>
                  <a:cubicBezTo>
                    <a:pt x="236728" y="1057656"/>
                    <a:pt x="0" y="820928"/>
                    <a:pt x="0" y="528828"/>
                  </a:cubicBezTo>
                  <a:close/>
                </a:path>
              </a:pathLst>
            </a:custGeom>
            <a:solidFill>
              <a:srgbClr val="007EB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414352" y="6596958"/>
            <a:ext cx="317297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437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76305" y="7542009"/>
            <a:ext cx="3509810" cy="45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Segmented Control UI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76305" y="8066637"/>
            <a:ext cx="8993391" cy="78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Problem:</a:t>
            </a: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Default control didn't match design </a:t>
            </a: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Fix:</a:t>
            </a: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Replaced with custom animated button group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2857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53430" y="1409252"/>
            <a:ext cx="5090665" cy="67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Animations &amp; Polish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0073" y="3123911"/>
            <a:ext cx="9659816" cy="5391424"/>
            <a:chOff x="0" y="0"/>
            <a:chExt cx="11376228" cy="63494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376279" cy="6349365"/>
            </a:xfrm>
            <a:custGeom>
              <a:avLst/>
              <a:gdLst/>
              <a:ahLst/>
              <a:cxnLst/>
              <a:rect r="r" b="b" t="t" l="l"/>
              <a:pathLst>
                <a:path h="6349365" w="11376279">
                  <a:moveTo>
                    <a:pt x="0" y="0"/>
                  </a:moveTo>
                  <a:lnTo>
                    <a:pt x="11376279" y="0"/>
                  </a:lnTo>
                  <a:lnTo>
                    <a:pt x="11376279" y="6349365"/>
                  </a:lnTo>
                  <a:lnTo>
                    <a:pt x="0" y="634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" t="0" r="-7" b="0"/>
              </a:stretch>
            </a:blip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1468100" y="2431704"/>
            <a:ext cx="387848" cy="387848"/>
          </a:xfrm>
          <a:custGeom>
            <a:avLst/>
            <a:gdLst/>
            <a:ahLst/>
            <a:cxnLst/>
            <a:rect r="r" b="b" t="t" l="l"/>
            <a:pathLst>
              <a:path h="387848" w="387848">
                <a:moveTo>
                  <a:pt x="0" y="0"/>
                </a:moveTo>
                <a:lnTo>
                  <a:pt x="387848" y="0"/>
                </a:lnTo>
                <a:lnTo>
                  <a:pt x="387848" y="387848"/>
                </a:lnTo>
                <a:lnTo>
                  <a:pt x="0" y="387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7073" r="0" b="-1707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21741" y="2479177"/>
            <a:ext cx="2545261" cy="33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Timer 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21741" y="2920308"/>
            <a:ext cx="3822202" cy="55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Animated circular progress ring that fills during Pomodoro sessions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1468100" y="3736477"/>
            <a:ext cx="387848" cy="387848"/>
          </a:xfrm>
          <a:custGeom>
            <a:avLst/>
            <a:gdLst/>
            <a:ahLst/>
            <a:cxnLst/>
            <a:rect r="r" b="b" t="t" l="l"/>
            <a:pathLst>
              <a:path h="387848" w="387848">
                <a:moveTo>
                  <a:pt x="0" y="0"/>
                </a:moveTo>
                <a:lnTo>
                  <a:pt x="387848" y="0"/>
                </a:lnTo>
                <a:lnTo>
                  <a:pt x="387848" y="387848"/>
                </a:lnTo>
                <a:lnTo>
                  <a:pt x="0" y="387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1950" t="0" r="-2195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21741" y="3783959"/>
            <a:ext cx="2545261" cy="33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Task Completion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21741" y="4225080"/>
            <a:ext cx="3822202" cy="55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Satisfying checkmark animation when marking tasks complete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1468100" y="5143500"/>
            <a:ext cx="387848" cy="387848"/>
          </a:xfrm>
          <a:custGeom>
            <a:avLst/>
            <a:gdLst/>
            <a:ahLst/>
            <a:cxnLst/>
            <a:rect r="r" b="b" t="t" l="l"/>
            <a:pathLst>
              <a:path h="387848" w="387848">
                <a:moveTo>
                  <a:pt x="0" y="0"/>
                </a:moveTo>
                <a:lnTo>
                  <a:pt x="387848" y="0"/>
                </a:lnTo>
                <a:lnTo>
                  <a:pt x="387848" y="387848"/>
                </a:lnTo>
                <a:lnTo>
                  <a:pt x="0" y="3878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220" t="0" r="-1218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021741" y="5090370"/>
            <a:ext cx="2545261" cy="33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Animated Counters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21741" y="5532244"/>
            <a:ext cx="3822202" cy="55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Number counters animate when displaying stats and streaks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4">
                <a:alphaModFix amt="95000"/>
              </a:blip>
              <a:stretch>
                <a:fillRect l="0" t="-9222" r="0" b="-922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60645" y="7851774"/>
            <a:ext cx="3216920" cy="79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true">
                <a:solidFill>
                  <a:srgbClr val="8C52FF"/>
                </a:solidFill>
                <a:latin typeface="Petrona Bold"/>
                <a:ea typeface="Petrona Bold"/>
                <a:cs typeface="Petrona Bold"/>
                <a:sym typeface="Petrona Bold"/>
              </a:rPr>
              <a:t>Live Demo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1905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9156" y="1083764"/>
            <a:ext cx="6519120" cy="85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Conclusion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4394" y="2258168"/>
            <a:ext cx="9701212" cy="2332882"/>
            <a:chOff x="0" y="0"/>
            <a:chExt cx="12934950" cy="31105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12922377" cy="3097784"/>
            </a:xfrm>
            <a:custGeom>
              <a:avLst/>
              <a:gdLst/>
              <a:ahLst/>
              <a:cxnLst/>
              <a:rect r="r" b="b" t="t" l="l"/>
              <a:pathLst>
                <a:path h="3097784" w="12922377">
                  <a:moveTo>
                    <a:pt x="0" y="139065"/>
                  </a:moveTo>
                  <a:cubicBezTo>
                    <a:pt x="0" y="62230"/>
                    <a:pt x="62484" y="0"/>
                    <a:pt x="139573" y="0"/>
                  </a:cubicBezTo>
                  <a:lnTo>
                    <a:pt x="12782804" y="0"/>
                  </a:lnTo>
                  <a:cubicBezTo>
                    <a:pt x="12859893" y="0"/>
                    <a:pt x="12922377" y="62230"/>
                    <a:pt x="12922377" y="139065"/>
                  </a:cubicBezTo>
                  <a:lnTo>
                    <a:pt x="12922377" y="2958719"/>
                  </a:lnTo>
                  <a:cubicBezTo>
                    <a:pt x="12922377" y="3035554"/>
                    <a:pt x="12859893" y="3097784"/>
                    <a:pt x="12782804" y="3097784"/>
                  </a:cubicBezTo>
                  <a:lnTo>
                    <a:pt x="139573" y="3097784"/>
                  </a:lnTo>
                  <a:cubicBezTo>
                    <a:pt x="62484" y="3097784"/>
                    <a:pt x="0" y="3035554"/>
                    <a:pt x="0" y="2958719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35077" cy="3110484"/>
            </a:xfrm>
            <a:custGeom>
              <a:avLst/>
              <a:gdLst/>
              <a:ahLst/>
              <a:cxnLst/>
              <a:rect r="r" b="b" t="t" l="l"/>
              <a:pathLst>
                <a:path h="3110484" w="12935077">
                  <a:moveTo>
                    <a:pt x="0" y="145415"/>
                  </a:moveTo>
                  <a:cubicBezTo>
                    <a:pt x="0" y="65151"/>
                    <a:pt x="65278" y="0"/>
                    <a:pt x="145923" y="0"/>
                  </a:cubicBezTo>
                  <a:lnTo>
                    <a:pt x="12789154" y="0"/>
                  </a:lnTo>
                  <a:lnTo>
                    <a:pt x="12789154" y="6350"/>
                  </a:lnTo>
                  <a:lnTo>
                    <a:pt x="12789154" y="0"/>
                  </a:lnTo>
                  <a:cubicBezTo>
                    <a:pt x="12869673" y="0"/>
                    <a:pt x="12935077" y="65151"/>
                    <a:pt x="12935077" y="145415"/>
                  </a:cubicBezTo>
                  <a:lnTo>
                    <a:pt x="12928727" y="145415"/>
                  </a:lnTo>
                  <a:lnTo>
                    <a:pt x="12935077" y="145415"/>
                  </a:lnTo>
                  <a:lnTo>
                    <a:pt x="12935077" y="2965069"/>
                  </a:lnTo>
                  <a:lnTo>
                    <a:pt x="12928727" y="2965069"/>
                  </a:lnTo>
                  <a:lnTo>
                    <a:pt x="12935077" y="2965069"/>
                  </a:lnTo>
                  <a:cubicBezTo>
                    <a:pt x="12935077" y="3045460"/>
                    <a:pt x="12869800" y="3110484"/>
                    <a:pt x="12789154" y="3110484"/>
                  </a:cubicBezTo>
                  <a:lnTo>
                    <a:pt x="12789154" y="3104134"/>
                  </a:lnTo>
                  <a:lnTo>
                    <a:pt x="12789154" y="3110484"/>
                  </a:lnTo>
                  <a:lnTo>
                    <a:pt x="145923" y="3110484"/>
                  </a:lnTo>
                  <a:lnTo>
                    <a:pt x="145923" y="3104134"/>
                  </a:lnTo>
                  <a:lnTo>
                    <a:pt x="145923" y="3110484"/>
                  </a:lnTo>
                  <a:cubicBezTo>
                    <a:pt x="65278" y="3110484"/>
                    <a:pt x="0" y="3045460"/>
                    <a:pt x="0" y="2965069"/>
                  </a:cubicBezTo>
                  <a:lnTo>
                    <a:pt x="0" y="145415"/>
                  </a:lnTo>
                  <a:lnTo>
                    <a:pt x="6350" y="145415"/>
                  </a:lnTo>
                  <a:lnTo>
                    <a:pt x="0" y="145415"/>
                  </a:lnTo>
                  <a:moveTo>
                    <a:pt x="12700" y="145415"/>
                  </a:moveTo>
                  <a:lnTo>
                    <a:pt x="12700" y="2965069"/>
                  </a:lnTo>
                  <a:lnTo>
                    <a:pt x="6350" y="2965069"/>
                  </a:lnTo>
                  <a:lnTo>
                    <a:pt x="12700" y="2965069"/>
                  </a:lnTo>
                  <a:cubicBezTo>
                    <a:pt x="12700" y="3038348"/>
                    <a:pt x="72263" y="3097784"/>
                    <a:pt x="145923" y="3097784"/>
                  </a:cubicBezTo>
                  <a:lnTo>
                    <a:pt x="12789154" y="3097784"/>
                  </a:lnTo>
                  <a:cubicBezTo>
                    <a:pt x="12862688" y="3097784"/>
                    <a:pt x="12922377" y="3038348"/>
                    <a:pt x="12922377" y="2965069"/>
                  </a:cubicBezTo>
                  <a:lnTo>
                    <a:pt x="12922377" y="145415"/>
                  </a:lnTo>
                  <a:cubicBezTo>
                    <a:pt x="12922377" y="72136"/>
                    <a:pt x="12862814" y="12700"/>
                    <a:pt x="12789154" y="12700"/>
                  </a:cubicBezTo>
                  <a:lnTo>
                    <a:pt x="145923" y="12700"/>
                  </a:lnTo>
                  <a:lnTo>
                    <a:pt x="145923" y="6350"/>
                  </a:lnTo>
                  <a:lnTo>
                    <a:pt x="145923" y="12700"/>
                  </a:lnTo>
                  <a:cubicBezTo>
                    <a:pt x="72263" y="12700"/>
                    <a:pt x="12700" y="72136"/>
                    <a:pt x="12700" y="145415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26922" y="2492131"/>
            <a:ext cx="3259484" cy="43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What Went Well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6922" y="3001270"/>
            <a:ext cx="9176147" cy="132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Clean, polished UI with SwiftUI</a:t>
            </a:r>
          </a:p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Reliable data management via SwiftData</a:t>
            </a:r>
          </a:p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Smooth, purposeful animations throughout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64394" y="4798962"/>
            <a:ext cx="9701212" cy="2781595"/>
            <a:chOff x="0" y="0"/>
            <a:chExt cx="12934950" cy="37087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12922250" cy="3696081"/>
            </a:xfrm>
            <a:custGeom>
              <a:avLst/>
              <a:gdLst/>
              <a:ahLst/>
              <a:cxnLst/>
              <a:rect r="r" b="b" t="t" l="l"/>
              <a:pathLst>
                <a:path h="3696081" w="12922250">
                  <a:moveTo>
                    <a:pt x="0" y="139065"/>
                  </a:moveTo>
                  <a:cubicBezTo>
                    <a:pt x="0" y="62230"/>
                    <a:pt x="62484" y="0"/>
                    <a:pt x="139446" y="0"/>
                  </a:cubicBezTo>
                  <a:lnTo>
                    <a:pt x="12782803" y="0"/>
                  </a:lnTo>
                  <a:cubicBezTo>
                    <a:pt x="12859765" y="0"/>
                    <a:pt x="12922250" y="62230"/>
                    <a:pt x="12922250" y="139065"/>
                  </a:cubicBezTo>
                  <a:lnTo>
                    <a:pt x="12922250" y="3557016"/>
                  </a:lnTo>
                  <a:cubicBezTo>
                    <a:pt x="12922250" y="3633851"/>
                    <a:pt x="12859765" y="3696081"/>
                    <a:pt x="12782803" y="3696081"/>
                  </a:cubicBezTo>
                  <a:lnTo>
                    <a:pt x="139446" y="3696081"/>
                  </a:lnTo>
                  <a:cubicBezTo>
                    <a:pt x="62484" y="3696081"/>
                    <a:pt x="0" y="3633851"/>
                    <a:pt x="0" y="3557016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34950" cy="3708781"/>
            </a:xfrm>
            <a:custGeom>
              <a:avLst/>
              <a:gdLst/>
              <a:ahLst/>
              <a:cxnLst/>
              <a:rect r="r" b="b" t="t" l="l"/>
              <a:pathLst>
                <a:path h="3708781" w="12934950">
                  <a:moveTo>
                    <a:pt x="0" y="145415"/>
                  </a:moveTo>
                  <a:cubicBezTo>
                    <a:pt x="0" y="65151"/>
                    <a:pt x="65278" y="0"/>
                    <a:pt x="145796" y="0"/>
                  </a:cubicBezTo>
                  <a:lnTo>
                    <a:pt x="12789153" y="0"/>
                  </a:lnTo>
                  <a:lnTo>
                    <a:pt x="12789153" y="6350"/>
                  </a:lnTo>
                  <a:lnTo>
                    <a:pt x="12789153" y="0"/>
                  </a:lnTo>
                  <a:cubicBezTo>
                    <a:pt x="12869672" y="0"/>
                    <a:pt x="12934950" y="65151"/>
                    <a:pt x="12934950" y="145415"/>
                  </a:cubicBezTo>
                  <a:lnTo>
                    <a:pt x="12928600" y="145415"/>
                  </a:lnTo>
                  <a:lnTo>
                    <a:pt x="12934950" y="145415"/>
                  </a:lnTo>
                  <a:lnTo>
                    <a:pt x="12934950" y="3563366"/>
                  </a:lnTo>
                  <a:lnTo>
                    <a:pt x="12928600" y="3563366"/>
                  </a:lnTo>
                  <a:lnTo>
                    <a:pt x="12934950" y="3563366"/>
                  </a:lnTo>
                  <a:cubicBezTo>
                    <a:pt x="12934950" y="3643757"/>
                    <a:pt x="12869672" y="3708781"/>
                    <a:pt x="12789153" y="3708781"/>
                  </a:cubicBezTo>
                  <a:lnTo>
                    <a:pt x="12789153" y="3702431"/>
                  </a:lnTo>
                  <a:lnTo>
                    <a:pt x="12789153" y="3708781"/>
                  </a:lnTo>
                  <a:lnTo>
                    <a:pt x="145796" y="3708781"/>
                  </a:lnTo>
                  <a:lnTo>
                    <a:pt x="145796" y="3702431"/>
                  </a:lnTo>
                  <a:lnTo>
                    <a:pt x="145796" y="3708781"/>
                  </a:lnTo>
                  <a:cubicBezTo>
                    <a:pt x="65278" y="3708781"/>
                    <a:pt x="0" y="3643757"/>
                    <a:pt x="0" y="3563366"/>
                  </a:cubicBezTo>
                  <a:lnTo>
                    <a:pt x="0" y="145415"/>
                  </a:lnTo>
                  <a:lnTo>
                    <a:pt x="6350" y="145415"/>
                  </a:lnTo>
                  <a:lnTo>
                    <a:pt x="0" y="145415"/>
                  </a:lnTo>
                  <a:moveTo>
                    <a:pt x="12700" y="145415"/>
                  </a:moveTo>
                  <a:lnTo>
                    <a:pt x="12700" y="3563366"/>
                  </a:lnTo>
                  <a:lnTo>
                    <a:pt x="6350" y="3563366"/>
                  </a:lnTo>
                  <a:lnTo>
                    <a:pt x="12700" y="3563366"/>
                  </a:lnTo>
                  <a:cubicBezTo>
                    <a:pt x="12700" y="3636645"/>
                    <a:pt x="72263" y="3696081"/>
                    <a:pt x="145796" y="3696081"/>
                  </a:cubicBezTo>
                  <a:lnTo>
                    <a:pt x="12789153" y="3696081"/>
                  </a:lnTo>
                  <a:cubicBezTo>
                    <a:pt x="12862687" y="3696081"/>
                    <a:pt x="12922250" y="3636645"/>
                    <a:pt x="12922250" y="3563366"/>
                  </a:cubicBezTo>
                  <a:lnTo>
                    <a:pt x="12922250" y="145415"/>
                  </a:lnTo>
                  <a:cubicBezTo>
                    <a:pt x="12922250" y="72136"/>
                    <a:pt x="12862687" y="12700"/>
                    <a:pt x="12789153" y="12700"/>
                  </a:cubicBezTo>
                  <a:lnTo>
                    <a:pt x="145796" y="12700"/>
                  </a:lnTo>
                  <a:lnTo>
                    <a:pt x="145796" y="6350"/>
                  </a:lnTo>
                  <a:lnTo>
                    <a:pt x="145796" y="12700"/>
                  </a:lnTo>
                  <a:cubicBezTo>
                    <a:pt x="72263" y="12700"/>
                    <a:pt x="12700" y="72136"/>
                    <a:pt x="12700" y="145415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26922" y="5032924"/>
            <a:ext cx="3321691" cy="43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Future Improvements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6922" y="5542064"/>
            <a:ext cx="9176147" cy="177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iCloud sync for cross-device access</a:t>
            </a:r>
          </a:p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Home Screen widget for quick stats</a:t>
            </a:r>
          </a:p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Export study reports as PDF</a:t>
            </a:r>
          </a:p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Group Study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69156" y="7820473"/>
            <a:ext cx="9691688" cy="1344663"/>
            <a:chOff x="0" y="0"/>
            <a:chExt cx="12922250" cy="17928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22250" cy="1792859"/>
            </a:xfrm>
            <a:custGeom>
              <a:avLst/>
              <a:gdLst/>
              <a:ahLst/>
              <a:cxnLst/>
              <a:rect r="r" b="b" t="t" l="l"/>
              <a:pathLst>
                <a:path h="1792859" w="12922250">
                  <a:moveTo>
                    <a:pt x="0" y="139065"/>
                  </a:moveTo>
                  <a:cubicBezTo>
                    <a:pt x="0" y="62230"/>
                    <a:pt x="62230" y="0"/>
                    <a:pt x="139065" y="0"/>
                  </a:cubicBezTo>
                  <a:lnTo>
                    <a:pt x="12783185" y="0"/>
                  </a:lnTo>
                  <a:cubicBezTo>
                    <a:pt x="12860020" y="0"/>
                    <a:pt x="12922250" y="62230"/>
                    <a:pt x="12922250" y="139065"/>
                  </a:cubicBezTo>
                  <a:lnTo>
                    <a:pt x="12922250" y="1653794"/>
                  </a:lnTo>
                  <a:cubicBezTo>
                    <a:pt x="12922250" y="1730629"/>
                    <a:pt x="12860020" y="1792859"/>
                    <a:pt x="12783185" y="1792859"/>
                  </a:cubicBezTo>
                  <a:lnTo>
                    <a:pt x="139065" y="1792859"/>
                  </a:lnTo>
                  <a:cubicBezTo>
                    <a:pt x="62230" y="1792859"/>
                    <a:pt x="0" y="1730629"/>
                    <a:pt x="0" y="1653794"/>
                  </a:cubicBezTo>
                  <a:close/>
                </a:path>
              </a:pathLst>
            </a:custGeom>
            <a:solidFill>
              <a:srgbClr val="B3E5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17397" y="8189709"/>
            <a:ext cx="310305" cy="248241"/>
            <a:chOff x="0" y="0"/>
            <a:chExt cx="413741" cy="33098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13766" cy="330962"/>
            </a:xfrm>
            <a:custGeom>
              <a:avLst/>
              <a:gdLst/>
              <a:ahLst/>
              <a:cxnLst/>
              <a:rect r="r" b="b" t="t" l="l"/>
              <a:pathLst>
                <a:path h="330962" w="413766">
                  <a:moveTo>
                    <a:pt x="0" y="0"/>
                  </a:moveTo>
                  <a:lnTo>
                    <a:pt x="413766" y="0"/>
                  </a:lnTo>
                  <a:lnTo>
                    <a:pt x="413766" y="330962"/>
                  </a:lnTo>
                  <a:lnTo>
                    <a:pt x="0" y="330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0" t="0" r="-761" b="-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675952" y="8042824"/>
            <a:ext cx="8636641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StudyBuddy demonstrates a complete iOS app - from architecture to animations - built entirely with modern Apple frameworks.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2857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8808" y="2189403"/>
            <a:ext cx="16303523" cy="151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2"/>
              </a:lnSpc>
            </a:pPr>
            <a:r>
              <a:rPr lang="en-US" sz="468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“Study smarter, stay consistent, and let technology work for you.”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12533" y="7821192"/>
            <a:ext cx="4839799" cy="175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By: Isharat Jahan  </a:t>
            </a:r>
          </a:p>
          <a:p>
            <a:pPr algn="l">
              <a:lnSpc>
                <a:spcPts val="3561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Student ID: 300372842  </a:t>
            </a:r>
          </a:p>
          <a:p>
            <a:pPr algn="l">
              <a:lnSpc>
                <a:spcPts val="3561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Course: COSC 316  </a:t>
            </a:r>
          </a:p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Instructor: Mohammad Khajezade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4638" y="5235085"/>
            <a:ext cx="5050578" cy="343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sz="2658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Reference</a:t>
            </a:r>
            <a:r>
              <a:rPr lang="en-US" sz="2658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</a:p>
          <a:p>
            <a:pPr algn="l">
              <a:lnSpc>
                <a:spcPts val="2863"/>
              </a:lnSpc>
            </a:pPr>
            <a:r>
              <a:rPr lang="en-US" sz="1758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• </a:t>
            </a:r>
            <a:r>
              <a:rPr lang="en-US" sz="175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Apple Developer Documentation – SwiftUI &amp; SwiftData</a:t>
            </a:r>
          </a:p>
          <a:p>
            <a:pPr algn="l">
              <a:lnSpc>
                <a:spcPts val="2863"/>
              </a:lnSpc>
            </a:pPr>
            <a:r>
              <a:rPr lang="en-US" sz="175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• Stack Overflow – debugging and implementation help</a:t>
            </a:r>
          </a:p>
          <a:p>
            <a:pPr algn="l">
              <a:lnSpc>
                <a:spcPts val="2863"/>
              </a:lnSpc>
            </a:pPr>
            <a:r>
              <a:rPr lang="en-US" sz="175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• AI – concept understanding and guidance</a:t>
            </a:r>
          </a:p>
          <a:p>
            <a:pPr algn="l">
              <a:lnSpc>
                <a:spcPts val="2863"/>
              </a:lnSpc>
            </a:pPr>
            <a:r>
              <a:rPr lang="en-US" sz="175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75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Course materials (COSC 316 lectures and labs)</a:t>
            </a:r>
          </a:p>
          <a:p>
            <a:pPr algn="l">
              <a:lnSpc>
                <a:spcPts val="2863"/>
              </a:lnSpc>
            </a:pPr>
            <a:r>
              <a:rPr lang="en-US" sz="175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75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Instructor guidance and feedback</a:t>
            </a:r>
          </a:p>
          <a:p>
            <a:pPr algn="l">
              <a:lnSpc>
                <a:spcPts val="286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DAHGVSK84H8</dc:identifier>
  <dcterms:modified xsi:type="dcterms:W3CDTF">2011-08-01T06:04:30Z</dcterms:modified>
  <cp:revision>1</cp:revision>
  <dc:title>An-iOS-Study-Tracker-App.pptx</dc:title>
</cp:coreProperties>
</file>